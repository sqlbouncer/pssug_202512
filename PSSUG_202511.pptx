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342" r:id="rId5"/>
    <p:sldId id="389" r:id="rId6"/>
    <p:sldId id="359" r:id="rId7"/>
    <p:sldId id="384" r:id="rId8"/>
    <p:sldId id="386" r:id="rId9"/>
    <p:sldId id="387" r:id="rId10"/>
    <p:sldId id="385" r:id="rId11"/>
    <p:sldId id="373" r:id="rId12"/>
    <p:sldId id="383" r:id="rId13"/>
    <p:sldId id="382" r:id="rId14"/>
    <p:sldId id="388" r:id="rId15"/>
    <p:sldId id="3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B9EEAC-0A07-4F47-B470-3D02A2FFF3F4}" v="35" dt="2025-11-08T21:04:30.821"/>
  </p1510:revLst>
</p1510:revInfo>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showGuides="1">
      <p:cViewPr varScale="1">
        <p:scale>
          <a:sx n="97" d="100"/>
          <a:sy n="97" d="100"/>
        </p:scale>
        <p:origin x="384" y="30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d Salomon" userId="eac27f7e7e547993" providerId="LiveId" clId="{5C6D2034-25CF-4C21-B599-846C40023CBB}"/>
    <pc:docChg chg="undo custSel addSld delSld modSld sldOrd">
      <pc:chgData name="Said Salomon" userId="eac27f7e7e547993" providerId="LiveId" clId="{5C6D2034-25CF-4C21-B599-846C40023CBB}" dt="2025-11-08T21:04:41.827" v="2101" actId="14100"/>
      <pc:docMkLst>
        <pc:docMk/>
      </pc:docMkLst>
      <pc:sldChg chg="addSp modSp mod">
        <pc:chgData name="Said Salomon" userId="eac27f7e7e547993" providerId="LiveId" clId="{5C6D2034-25CF-4C21-B599-846C40023CBB}" dt="2025-10-29T21:54:01.109" v="575" actId="1076"/>
        <pc:sldMkLst>
          <pc:docMk/>
          <pc:sldMk cId="2498031464" sldId="342"/>
        </pc:sldMkLst>
        <pc:spChg chg="mod">
          <ac:chgData name="Said Salomon" userId="eac27f7e7e547993" providerId="LiveId" clId="{5C6D2034-25CF-4C21-B599-846C40023CBB}" dt="2025-10-29T21:53:48.419" v="573" actId="20577"/>
          <ac:spMkLst>
            <pc:docMk/>
            <pc:sldMk cId="2498031464" sldId="342"/>
            <ac:spMk id="9" creationId="{2981AB9E-AF0F-CAD0-2DD2-D640FB871E66}"/>
          </ac:spMkLst>
        </pc:spChg>
        <pc:spChg chg="mod">
          <ac:chgData name="Said Salomon" userId="eac27f7e7e547993" providerId="LiveId" clId="{5C6D2034-25CF-4C21-B599-846C40023CBB}" dt="2025-10-29T21:53:37.654" v="565" actId="6549"/>
          <ac:spMkLst>
            <pc:docMk/>
            <pc:sldMk cId="2498031464" sldId="342"/>
            <ac:spMk id="12" creationId="{997874EA-2F67-60CD-631F-5A787057F8CE}"/>
          </ac:spMkLst>
        </pc:spChg>
        <pc:picChg chg="add mod">
          <ac:chgData name="Said Salomon" userId="eac27f7e7e547993" providerId="LiveId" clId="{5C6D2034-25CF-4C21-B599-846C40023CBB}" dt="2025-10-29T21:54:01.109" v="575" actId="1076"/>
          <ac:picMkLst>
            <pc:docMk/>
            <pc:sldMk cId="2498031464" sldId="342"/>
            <ac:picMk id="3" creationId="{80FAE052-9B42-9994-A0CC-6400694DCD1D}"/>
          </ac:picMkLst>
        </pc:picChg>
      </pc:sldChg>
      <pc:sldChg chg="addSp delSp modSp mod setBg modClrScheme chgLayout">
        <pc:chgData name="Said Salomon" userId="eac27f7e7e547993" providerId="LiveId" clId="{5C6D2034-25CF-4C21-B599-846C40023CBB}" dt="2025-10-29T21:51:55.338" v="551" actId="962"/>
        <pc:sldMkLst>
          <pc:docMk/>
          <pc:sldMk cId="1460159330" sldId="359"/>
        </pc:sldMkLst>
        <pc:spChg chg="mod ord">
          <ac:chgData name="Said Salomon" userId="eac27f7e7e547993" providerId="LiveId" clId="{5C6D2034-25CF-4C21-B599-846C40023CBB}" dt="2025-10-29T21:49:54.202" v="548" actId="26606"/>
          <ac:spMkLst>
            <pc:docMk/>
            <pc:sldMk cId="1460159330" sldId="359"/>
            <ac:spMk id="7" creationId="{1A2458FF-0D0C-4ACC-C6FB-103BC0BADCCD}"/>
          </ac:spMkLst>
        </pc:spChg>
        <pc:spChg chg="mod ord">
          <ac:chgData name="Said Salomon" userId="eac27f7e7e547993" providerId="LiveId" clId="{5C6D2034-25CF-4C21-B599-846C40023CBB}" dt="2025-10-29T21:49:54.202" v="548" actId="26606"/>
          <ac:spMkLst>
            <pc:docMk/>
            <pc:sldMk cId="1460159330" sldId="359"/>
            <ac:spMk id="31" creationId="{F1239C0E-3F39-787D-0FC3-6B7C9BA37E8F}"/>
          </ac:spMkLst>
        </pc:spChg>
        <pc:spChg chg="add mod">
          <ac:chgData name="Said Salomon" userId="eac27f7e7e547993" providerId="LiveId" clId="{5C6D2034-25CF-4C21-B599-846C40023CBB}" dt="2025-10-29T21:49:54.202" v="548" actId="26606"/>
          <ac:spMkLst>
            <pc:docMk/>
            <pc:sldMk cId="1460159330" sldId="359"/>
            <ac:spMk id="38" creationId="{81B5225E-0EE7-05FA-0C9A-E2B99AA57204}"/>
          </ac:spMkLst>
        </pc:spChg>
        <pc:picChg chg="add mod">
          <ac:chgData name="Said Salomon" userId="eac27f7e7e547993" providerId="LiveId" clId="{5C6D2034-25CF-4C21-B599-846C40023CBB}" dt="2025-10-29T21:51:55.338" v="551" actId="962"/>
          <ac:picMkLst>
            <pc:docMk/>
            <pc:sldMk cId="1460159330" sldId="359"/>
            <ac:picMk id="4" creationId="{8B850849-E83C-6FFB-51F4-78A5C377FD9B}"/>
          </ac:picMkLst>
        </pc:picChg>
      </pc:sldChg>
      <pc:sldChg chg="add del setBg">
        <pc:chgData name="Said Salomon" userId="eac27f7e7e547993" providerId="LiveId" clId="{5C6D2034-25CF-4C21-B599-846C40023CBB}" dt="2025-11-08T20:55:46.693" v="1993" actId="2696"/>
        <pc:sldMkLst>
          <pc:docMk/>
          <pc:sldMk cId="3322135883" sldId="360"/>
        </pc:sldMkLst>
      </pc:sldChg>
      <pc:sldChg chg="del mod modShow">
        <pc:chgData name="Said Salomon" userId="eac27f7e7e547993" providerId="LiveId" clId="{5C6D2034-25CF-4C21-B599-846C40023CBB}" dt="2025-11-08T21:02:49.755" v="2091" actId="2696"/>
        <pc:sldMkLst>
          <pc:docMk/>
          <pc:sldMk cId="1330733909" sldId="365"/>
        </pc:sldMkLst>
      </pc:sldChg>
      <pc:sldChg chg="modSp mod ord modShow">
        <pc:chgData name="Said Salomon" userId="eac27f7e7e547993" providerId="LiveId" clId="{5C6D2034-25CF-4C21-B599-846C40023CBB}" dt="2025-11-08T21:01:57.829" v="2090"/>
        <pc:sldMkLst>
          <pc:docMk/>
          <pc:sldMk cId="2395464980" sldId="372"/>
        </pc:sldMkLst>
        <pc:spChg chg="mod">
          <ac:chgData name="Said Salomon" userId="eac27f7e7e547993" providerId="LiveId" clId="{5C6D2034-25CF-4C21-B599-846C40023CBB}" dt="2025-11-08T21:01:15.159" v="2088"/>
          <ac:spMkLst>
            <pc:docMk/>
            <pc:sldMk cId="2395464980" sldId="372"/>
            <ac:spMk id="14" creationId="{AE5F2E56-9F77-E1C2-EC04-EA959822CA61}"/>
          </ac:spMkLst>
        </pc:spChg>
      </pc:sldChg>
      <pc:sldChg chg="addSp delSp modSp mod">
        <pc:chgData name="Said Salomon" userId="eac27f7e7e547993" providerId="LiveId" clId="{5C6D2034-25CF-4C21-B599-846C40023CBB}" dt="2025-10-29T21:55:46.165" v="615" actId="20577"/>
        <pc:sldMkLst>
          <pc:docMk/>
          <pc:sldMk cId="1397193754" sldId="373"/>
        </pc:sldMkLst>
        <pc:spChg chg="mod">
          <ac:chgData name="Said Salomon" userId="eac27f7e7e547993" providerId="LiveId" clId="{5C6D2034-25CF-4C21-B599-846C40023CBB}" dt="2025-10-29T21:55:30.245" v="605" actId="20577"/>
          <ac:spMkLst>
            <pc:docMk/>
            <pc:sldMk cId="1397193754" sldId="373"/>
            <ac:spMk id="4" creationId="{260D053B-A40A-3228-B6D5-3371B9EE2E56}"/>
          </ac:spMkLst>
        </pc:spChg>
        <pc:spChg chg="add mod">
          <ac:chgData name="Said Salomon" userId="eac27f7e7e547993" providerId="LiveId" clId="{5C6D2034-25CF-4C21-B599-846C40023CBB}" dt="2025-10-29T21:55:46.165" v="615" actId="20577"/>
          <ac:spMkLst>
            <pc:docMk/>
            <pc:sldMk cId="1397193754" sldId="373"/>
            <ac:spMk id="6" creationId="{C4899B60-87A1-1D6B-E090-52C6F97BCC72}"/>
          </ac:spMkLst>
        </pc:spChg>
      </pc:sldChg>
      <pc:sldChg chg="del mod modShow">
        <pc:chgData name="Said Salomon" userId="eac27f7e7e547993" providerId="LiveId" clId="{5C6D2034-25CF-4C21-B599-846C40023CBB}" dt="2025-11-08T21:02:49.755" v="2091" actId="2696"/>
        <pc:sldMkLst>
          <pc:docMk/>
          <pc:sldMk cId="598144966" sldId="374"/>
        </pc:sldMkLst>
      </pc:sldChg>
      <pc:sldChg chg="del mod modShow">
        <pc:chgData name="Said Salomon" userId="eac27f7e7e547993" providerId="LiveId" clId="{5C6D2034-25CF-4C21-B599-846C40023CBB}" dt="2025-11-08T21:02:49.755" v="2091" actId="2696"/>
        <pc:sldMkLst>
          <pc:docMk/>
          <pc:sldMk cId="1962637282" sldId="375"/>
        </pc:sldMkLst>
      </pc:sldChg>
      <pc:sldChg chg="del mod modShow">
        <pc:chgData name="Said Salomon" userId="eac27f7e7e547993" providerId="LiveId" clId="{5C6D2034-25CF-4C21-B599-846C40023CBB}" dt="2025-11-08T21:02:49.755" v="2091" actId="2696"/>
        <pc:sldMkLst>
          <pc:docMk/>
          <pc:sldMk cId="1073601555" sldId="376"/>
        </pc:sldMkLst>
      </pc:sldChg>
      <pc:sldChg chg="del mod modShow">
        <pc:chgData name="Said Salomon" userId="eac27f7e7e547993" providerId="LiveId" clId="{5C6D2034-25CF-4C21-B599-846C40023CBB}" dt="2025-11-08T21:02:49.755" v="2091" actId="2696"/>
        <pc:sldMkLst>
          <pc:docMk/>
          <pc:sldMk cId="2728059627" sldId="377"/>
        </pc:sldMkLst>
      </pc:sldChg>
      <pc:sldChg chg="del mod modShow">
        <pc:chgData name="Said Salomon" userId="eac27f7e7e547993" providerId="LiveId" clId="{5C6D2034-25CF-4C21-B599-846C40023CBB}" dt="2025-11-08T21:02:49.755" v="2091" actId="2696"/>
        <pc:sldMkLst>
          <pc:docMk/>
          <pc:sldMk cId="910315636" sldId="378"/>
        </pc:sldMkLst>
      </pc:sldChg>
      <pc:sldChg chg="del mod modShow">
        <pc:chgData name="Said Salomon" userId="eac27f7e7e547993" providerId="LiveId" clId="{5C6D2034-25CF-4C21-B599-846C40023CBB}" dt="2025-11-08T21:02:49.755" v="2091" actId="2696"/>
        <pc:sldMkLst>
          <pc:docMk/>
          <pc:sldMk cId="2170071140" sldId="379"/>
        </pc:sldMkLst>
      </pc:sldChg>
      <pc:sldChg chg="del mod modShow">
        <pc:chgData name="Said Salomon" userId="eac27f7e7e547993" providerId="LiveId" clId="{5C6D2034-25CF-4C21-B599-846C40023CBB}" dt="2025-11-08T21:02:49.755" v="2091" actId="2696"/>
        <pc:sldMkLst>
          <pc:docMk/>
          <pc:sldMk cId="79695288" sldId="380"/>
        </pc:sldMkLst>
      </pc:sldChg>
      <pc:sldChg chg="del mod modShow">
        <pc:chgData name="Said Salomon" userId="eac27f7e7e547993" providerId="LiveId" clId="{5C6D2034-25CF-4C21-B599-846C40023CBB}" dt="2025-11-08T21:02:49.755" v="2091" actId="2696"/>
        <pc:sldMkLst>
          <pc:docMk/>
          <pc:sldMk cId="3304068007" sldId="381"/>
        </pc:sldMkLst>
      </pc:sldChg>
      <pc:sldChg chg="modSp add mod">
        <pc:chgData name="Said Salomon" userId="eac27f7e7e547993" providerId="LiveId" clId="{5C6D2034-25CF-4C21-B599-846C40023CBB}" dt="2025-10-29T21:56:38.723" v="624" actId="20577"/>
        <pc:sldMkLst>
          <pc:docMk/>
          <pc:sldMk cId="1684862160" sldId="382"/>
        </pc:sldMkLst>
        <pc:spChg chg="mod">
          <ac:chgData name="Said Salomon" userId="eac27f7e7e547993" providerId="LiveId" clId="{5C6D2034-25CF-4C21-B599-846C40023CBB}" dt="2025-10-29T21:56:38.723" v="624" actId="20577"/>
          <ac:spMkLst>
            <pc:docMk/>
            <pc:sldMk cId="1684862160" sldId="382"/>
            <ac:spMk id="6" creationId="{71E7E31B-C6C2-4E6B-6592-038441F8BBB5}"/>
          </ac:spMkLst>
        </pc:spChg>
      </pc:sldChg>
      <pc:sldChg chg="modSp add mod ord">
        <pc:chgData name="Said Salomon" userId="eac27f7e7e547993" providerId="LiveId" clId="{5C6D2034-25CF-4C21-B599-846C40023CBB}" dt="2025-10-29T21:57:35.946" v="651"/>
        <pc:sldMkLst>
          <pc:docMk/>
          <pc:sldMk cId="3587703786" sldId="383"/>
        </pc:sldMkLst>
        <pc:spChg chg="mod">
          <ac:chgData name="Said Salomon" userId="eac27f7e7e547993" providerId="LiveId" clId="{5C6D2034-25CF-4C21-B599-846C40023CBB}" dt="2025-10-29T21:57:25.171" v="649" actId="20577"/>
          <ac:spMkLst>
            <pc:docMk/>
            <pc:sldMk cId="3587703786" sldId="383"/>
            <ac:spMk id="6" creationId="{B501F9F2-6D3B-BC2E-57E0-E63F5B004867}"/>
          </ac:spMkLst>
        </pc:spChg>
      </pc:sldChg>
      <pc:sldChg chg="addSp delSp modSp new mod ord">
        <pc:chgData name="Said Salomon" userId="eac27f7e7e547993" providerId="LiveId" clId="{5C6D2034-25CF-4C21-B599-846C40023CBB}" dt="2025-11-05T22:02:10.050" v="662" actId="207"/>
        <pc:sldMkLst>
          <pc:docMk/>
          <pc:sldMk cId="2130301932" sldId="384"/>
        </pc:sldMkLst>
        <pc:picChg chg="add mod">
          <ac:chgData name="Said Salomon" userId="eac27f7e7e547993" providerId="LiveId" clId="{5C6D2034-25CF-4C21-B599-846C40023CBB}" dt="2025-11-05T22:02:10.050" v="662" actId="207"/>
          <ac:picMkLst>
            <pc:docMk/>
            <pc:sldMk cId="2130301932" sldId="384"/>
            <ac:picMk id="6" creationId="{52A77FBD-8FB8-2A23-4739-9D0134E791F2}"/>
          </ac:picMkLst>
        </pc:picChg>
      </pc:sldChg>
      <pc:sldChg chg="addSp delSp modSp new mod">
        <pc:chgData name="Said Salomon" userId="eac27f7e7e547993" providerId="LiveId" clId="{5C6D2034-25CF-4C21-B599-846C40023CBB}" dt="2025-11-05T22:31:38.842" v="1010" actId="12"/>
        <pc:sldMkLst>
          <pc:docMk/>
          <pc:sldMk cId="1587207474" sldId="385"/>
        </pc:sldMkLst>
        <pc:spChg chg="mod">
          <ac:chgData name="Said Salomon" userId="eac27f7e7e547993" providerId="LiveId" clId="{5C6D2034-25CF-4C21-B599-846C40023CBB}" dt="2025-11-05T22:05:38.811" v="674" actId="14100"/>
          <ac:spMkLst>
            <pc:docMk/>
            <pc:sldMk cId="1587207474" sldId="385"/>
            <ac:spMk id="2" creationId="{718C5A32-2572-96A5-EBB3-09019F61350F}"/>
          </ac:spMkLst>
        </pc:spChg>
        <pc:spChg chg="add mod">
          <ac:chgData name="Said Salomon" userId="eac27f7e7e547993" providerId="LiveId" clId="{5C6D2034-25CF-4C21-B599-846C40023CBB}" dt="2025-11-05T22:31:38.842" v="1010" actId="12"/>
          <ac:spMkLst>
            <pc:docMk/>
            <pc:sldMk cId="1587207474" sldId="385"/>
            <ac:spMk id="5" creationId="{96D9EF59-16FB-1C65-3A5C-E878ADEA2979}"/>
          </ac:spMkLst>
        </pc:spChg>
      </pc:sldChg>
      <pc:sldChg chg="addSp delSp modSp new mod ord">
        <pc:chgData name="Said Salomon" userId="eac27f7e7e547993" providerId="LiveId" clId="{5C6D2034-25CF-4C21-B599-846C40023CBB}" dt="2025-11-05T22:52:56.544" v="1338" actId="21"/>
        <pc:sldMkLst>
          <pc:docMk/>
          <pc:sldMk cId="1155694617" sldId="386"/>
        </pc:sldMkLst>
        <pc:spChg chg="mod">
          <ac:chgData name="Said Salomon" userId="eac27f7e7e547993" providerId="LiveId" clId="{5C6D2034-25CF-4C21-B599-846C40023CBB}" dt="2025-11-05T22:35:09.035" v="1030" actId="14100"/>
          <ac:spMkLst>
            <pc:docMk/>
            <pc:sldMk cId="1155694617" sldId="386"/>
            <ac:spMk id="2" creationId="{88FE15A4-FDF7-E1B4-5A0D-4CD83B494A82}"/>
          </ac:spMkLst>
        </pc:spChg>
        <pc:spChg chg="add mod">
          <ac:chgData name="Said Salomon" userId="eac27f7e7e547993" providerId="LiveId" clId="{5C6D2034-25CF-4C21-B599-846C40023CBB}" dt="2025-11-05T22:52:56.544" v="1338" actId="21"/>
          <ac:spMkLst>
            <pc:docMk/>
            <pc:sldMk cId="1155694617" sldId="386"/>
            <ac:spMk id="5" creationId="{90E73C3C-1218-55F2-4019-5749C7676374}"/>
          </ac:spMkLst>
        </pc:spChg>
      </pc:sldChg>
      <pc:sldChg chg="modSp add mod">
        <pc:chgData name="Said Salomon" userId="eac27f7e7e547993" providerId="LiveId" clId="{5C6D2034-25CF-4C21-B599-846C40023CBB}" dt="2025-11-05T23:08:02.739" v="1827" actId="12"/>
        <pc:sldMkLst>
          <pc:docMk/>
          <pc:sldMk cId="582232591" sldId="387"/>
        </pc:sldMkLst>
        <pc:spChg chg="mod">
          <ac:chgData name="Said Salomon" userId="eac27f7e7e547993" providerId="LiveId" clId="{5C6D2034-25CF-4C21-B599-846C40023CBB}" dt="2025-11-05T22:53:27.499" v="1361" actId="20577"/>
          <ac:spMkLst>
            <pc:docMk/>
            <pc:sldMk cId="582232591" sldId="387"/>
            <ac:spMk id="2" creationId="{D23A2242-E41D-DCE7-E2FA-0F228DB5A5C9}"/>
          </ac:spMkLst>
        </pc:spChg>
        <pc:spChg chg="mod">
          <ac:chgData name="Said Salomon" userId="eac27f7e7e547993" providerId="LiveId" clId="{5C6D2034-25CF-4C21-B599-846C40023CBB}" dt="2025-11-05T23:08:02.739" v="1827" actId="12"/>
          <ac:spMkLst>
            <pc:docMk/>
            <pc:sldMk cId="582232591" sldId="387"/>
            <ac:spMk id="5" creationId="{CC18A7CB-7F3C-A6AF-4739-CDEC843331B5}"/>
          </ac:spMkLst>
        </pc:spChg>
      </pc:sldChg>
      <pc:sldChg chg="addSp delSp modSp new mod">
        <pc:chgData name="Said Salomon" userId="eac27f7e7e547993" providerId="LiveId" clId="{5C6D2034-25CF-4C21-B599-846C40023CBB}" dt="2025-11-08T21:04:41.827" v="2101" actId="14100"/>
        <pc:sldMkLst>
          <pc:docMk/>
          <pc:sldMk cId="2819636666" sldId="388"/>
        </pc:sldMkLst>
        <pc:spChg chg="mod">
          <ac:chgData name="Said Salomon" userId="eac27f7e7e547993" providerId="LiveId" clId="{5C6D2034-25CF-4C21-B599-846C40023CBB}" dt="2025-11-08T20:19:07.521" v="1838" actId="14100"/>
          <ac:spMkLst>
            <pc:docMk/>
            <pc:sldMk cId="2819636666" sldId="388"/>
            <ac:spMk id="2" creationId="{328F6BEE-2C99-F73D-2CAA-751771FB196A}"/>
          </ac:spMkLst>
        </pc:spChg>
        <pc:spChg chg="del">
          <ac:chgData name="Said Salomon" userId="eac27f7e7e547993" providerId="LiveId" clId="{5C6D2034-25CF-4C21-B599-846C40023CBB}" dt="2025-11-08T20:19:16.566" v="1839" actId="478"/>
          <ac:spMkLst>
            <pc:docMk/>
            <pc:sldMk cId="2819636666" sldId="388"/>
            <ac:spMk id="3" creationId="{78D7EEA4-A787-1874-7692-2AFD2562D63E}"/>
          </ac:spMkLst>
        </pc:spChg>
        <pc:spChg chg="add del mod">
          <ac:chgData name="Said Salomon" userId="eac27f7e7e547993" providerId="LiveId" clId="{5C6D2034-25CF-4C21-B599-846C40023CBB}" dt="2025-11-08T20:20:22.362" v="1842" actId="478"/>
          <ac:spMkLst>
            <pc:docMk/>
            <pc:sldMk cId="2819636666" sldId="388"/>
            <ac:spMk id="5" creationId="{B33BA82E-8367-14C0-356E-49FC4F787F13}"/>
          </ac:spMkLst>
        </pc:spChg>
        <pc:graphicFrameChg chg="add mod modGraphic">
          <ac:chgData name="Said Salomon" userId="eac27f7e7e547993" providerId="LiveId" clId="{5C6D2034-25CF-4C21-B599-846C40023CBB}" dt="2025-11-08T21:04:41.827" v="2101" actId="14100"/>
          <ac:graphicFrameMkLst>
            <pc:docMk/>
            <pc:sldMk cId="2819636666" sldId="388"/>
            <ac:graphicFrameMk id="6" creationId="{58B0B949-A0A2-4B32-DA4F-56926AF75BE9}"/>
          </ac:graphicFrameMkLst>
        </pc:graphicFrameChg>
        <pc:graphicFrameChg chg="add del mod">
          <ac:chgData name="Said Salomon" userId="eac27f7e7e547993" providerId="LiveId" clId="{5C6D2034-25CF-4C21-B599-846C40023CBB}" dt="2025-11-08T20:50:56.302" v="1973" actId="478"/>
          <ac:graphicFrameMkLst>
            <pc:docMk/>
            <pc:sldMk cId="2819636666" sldId="388"/>
            <ac:graphicFrameMk id="7" creationId="{788D33A4-794B-4159-AF6B-13FF1EEC780B}"/>
          </ac:graphicFrameMkLst>
        </pc:graphicFrameChg>
      </pc:sldChg>
      <pc:sldChg chg="addSp delSp modSp new mod ord">
        <pc:chgData name="Said Salomon" userId="eac27f7e7e547993" providerId="LiveId" clId="{5C6D2034-25CF-4C21-B599-846C40023CBB}" dt="2025-11-08T20:58:23.703" v="2014"/>
        <pc:sldMkLst>
          <pc:docMk/>
          <pc:sldMk cId="2953413240" sldId="389"/>
        </pc:sldMkLst>
        <pc:spChg chg="del">
          <ac:chgData name="Said Salomon" userId="eac27f7e7e547993" providerId="LiveId" clId="{5C6D2034-25CF-4C21-B599-846C40023CBB}" dt="2025-11-08T20:55:21.280" v="1990" actId="478"/>
          <ac:spMkLst>
            <pc:docMk/>
            <pc:sldMk cId="2953413240" sldId="389"/>
            <ac:spMk id="2" creationId="{477CB5B6-B205-D524-662A-DA73FE09C3E9}"/>
          </ac:spMkLst>
        </pc:spChg>
        <pc:spChg chg="del">
          <ac:chgData name="Said Salomon" userId="eac27f7e7e547993" providerId="LiveId" clId="{5C6D2034-25CF-4C21-B599-846C40023CBB}" dt="2025-11-08T20:55:27.393" v="1991" actId="478"/>
          <ac:spMkLst>
            <pc:docMk/>
            <pc:sldMk cId="2953413240" sldId="389"/>
            <ac:spMk id="3" creationId="{9C000CD0-7104-795B-7DC2-CE03EFC23CD8}"/>
          </ac:spMkLst>
        </pc:spChg>
        <pc:spChg chg="add mod">
          <ac:chgData name="Said Salomon" userId="eac27f7e7e547993" providerId="LiveId" clId="{5C6D2034-25CF-4C21-B599-846C40023CBB}" dt="2025-11-08T20:56:50.490" v="1996" actId="20577"/>
          <ac:spMkLst>
            <pc:docMk/>
            <pc:sldMk cId="2953413240" sldId="389"/>
            <ac:spMk id="5" creationId="{2F4F199B-6B18-FE49-C1A1-B3242944FB70}"/>
          </ac:spMkLst>
        </pc:spChg>
        <pc:spChg chg="add mod">
          <ac:chgData name="Said Salomon" userId="eac27f7e7e547993" providerId="LiveId" clId="{5C6D2034-25CF-4C21-B599-846C40023CBB}" dt="2025-11-08T20:55:32.637" v="1992"/>
          <ac:spMkLst>
            <pc:docMk/>
            <pc:sldMk cId="2953413240" sldId="389"/>
            <ac:spMk id="6" creationId="{1BB1FE81-2D8E-53F9-DA63-23AEF625158C}"/>
          </ac:spMkLst>
        </pc:spChg>
        <pc:spChg chg="add mod">
          <ac:chgData name="Said Salomon" userId="eac27f7e7e547993" providerId="LiveId" clId="{5C6D2034-25CF-4C21-B599-846C40023CBB}" dt="2025-11-08T20:55:32.637" v="1992"/>
          <ac:spMkLst>
            <pc:docMk/>
            <pc:sldMk cId="2953413240" sldId="389"/>
            <ac:spMk id="10" creationId="{A91403B6-4620-D6BF-957D-7D1F080231B6}"/>
          </ac:spMkLst>
        </pc:spChg>
        <pc:spChg chg="add mod">
          <ac:chgData name="Said Salomon" userId="eac27f7e7e547993" providerId="LiveId" clId="{5C6D2034-25CF-4C21-B599-846C40023CBB}" dt="2025-11-08T20:55:32.637" v="1992"/>
          <ac:spMkLst>
            <pc:docMk/>
            <pc:sldMk cId="2953413240" sldId="389"/>
            <ac:spMk id="11" creationId="{3C924C7C-0803-A360-6B28-6F43BFAD2C60}"/>
          </ac:spMkLst>
        </pc:spChg>
        <pc:spChg chg="add mod">
          <ac:chgData name="Said Salomon" userId="eac27f7e7e547993" providerId="LiveId" clId="{5C6D2034-25CF-4C21-B599-846C40023CBB}" dt="2025-11-08T20:55:32.637" v="1992"/>
          <ac:spMkLst>
            <pc:docMk/>
            <pc:sldMk cId="2953413240" sldId="389"/>
            <ac:spMk id="12" creationId="{79FD1A88-1A40-F172-F239-4175246587F7}"/>
          </ac:spMkLst>
        </pc:spChg>
        <pc:spChg chg="add mod">
          <ac:chgData name="Said Salomon" userId="eac27f7e7e547993" providerId="LiveId" clId="{5C6D2034-25CF-4C21-B599-846C40023CBB}" dt="2025-11-08T20:55:32.637" v="1992"/>
          <ac:spMkLst>
            <pc:docMk/>
            <pc:sldMk cId="2953413240" sldId="389"/>
            <ac:spMk id="13" creationId="{76050DB0-92E9-F598-7125-65B73888F594}"/>
          </ac:spMkLst>
        </pc:spChg>
        <pc:spChg chg="add mod">
          <ac:chgData name="Said Salomon" userId="eac27f7e7e547993" providerId="LiveId" clId="{5C6D2034-25CF-4C21-B599-846C40023CBB}" dt="2025-11-08T20:58:01.346" v="2012" actId="14100"/>
          <ac:spMkLst>
            <pc:docMk/>
            <pc:sldMk cId="2953413240" sldId="389"/>
            <ac:spMk id="14" creationId="{7E489AC3-28BC-8991-4B9E-1412B2040707}"/>
          </ac:spMkLst>
        </pc:spChg>
        <pc:picChg chg="add mod">
          <ac:chgData name="Said Salomon" userId="eac27f7e7e547993" providerId="LiveId" clId="{5C6D2034-25CF-4C21-B599-846C40023CBB}" dt="2025-11-08T20:55:32.637" v="1992"/>
          <ac:picMkLst>
            <pc:docMk/>
            <pc:sldMk cId="2953413240" sldId="389"/>
            <ac:picMk id="7" creationId="{062DC4BA-766A-537C-E624-91523F845B46}"/>
          </ac:picMkLst>
        </pc:picChg>
        <pc:picChg chg="add mod">
          <ac:chgData name="Said Salomon" userId="eac27f7e7e547993" providerId="LiveId" clId="{5C6D2034-25CF-4C21-B599-846C40023CBB}" dt="2025-11-08T20:55:32.637" v="1992"/>
          <ac:picMkLst>
            <pc:docMk/>
            <pc:sldMk cId="2953413240" sldId="389"/>
            <ac:picMk id="8" creationId="{1C0422EE-9315-A95E-2B82-67361E5190CC}"/>
          </ac:picMkLst>
        </pc:picChg>
        <pc:picChg chg="add mod">
          <ac:chgData name="Said Salomon" userId="eac27f7e7e547993" providerId="LiveId" clId="{5C6D2034-25CF-4C21-B599-846C40023CBB}" dt="2025-11-08T20:55:32.637" v="1992"/>
          <ac:picMkLst>
            <pc:docMk/>
            <pc:sldMk cId="2953413240" sldId="389"/>
            <ac:picMk id="15" creationId="{D40B09BF-D42B-A429-CC48-1B99A155437D}"/>
          </ac:picMkLst>
        </pc:picChg>
      </pc:sldChg>
      <pc:sldMasterChg chg="delSldLayout">
        <pc:chgData name="Said Salomon" userId="eac27f7e7e547993" providerId="LiveId" clId="{5C6D2034-25CF-4C21-B599-846C40023CBB}" dt="2025-11-08T20:55:46.693" v="1993" actId="2696"/>
        <pc:sldMasterMkLst>
          <pc:docMk/>
          <pc:sldMasterMk cId="1955693199" sldId="2147483648"/>
        </pc:sldMasterMkLst>
        <pc:sldLayoutChg chg="del">
          <pc:chgData name="Said Salomon" userId="eac27f7e7e547993" providerId="LiveId" clId="{5C6D2034-25CF-4C21-B599-846C40023CBB}" dt="2025-11-08T20:55:46.693" v="1993" actId="2696"/>
          <pc:sldLayoutMkLst>
            <pc:docMk/>
            <pc:sldMasterMk cId="1955693199" sldId="2147483648"/>
            <pc:sldLayoutMk cId="895737864" sldId="214748368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11/8/2025</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11/8/2025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8</a:t>
            </a:fld>
            <a:endParaRPr lang="en-US" dirty="0"/>
          </a:p>
        </p:txBody>
      </p:sp>
    </p:spTree>
    <p:extLst>
      <p:ext uri="{BB962C8B-B14F-4D97-AF65-F5344CB8AC3E}">
        <p14:creationId xmlns:p14="http://schemas.microsoft.com/office/powerpoint/2010/main" val="1860164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0E9C6-F662-A757-0D97-BEFCB008E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DB57E-A79D-D677-07CC-0153DE4A80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446D6-BFF0-9740-65F1-EF1A0FF6A8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10CF5-027A-3630-B0F0-70CF38295A01}"/>
              </a:ext>
            </a:extLst>
          </p:cNvPr>
          <p:cNvSpPr>
            <a:spLocks noGrp="1"/>
          </p:cNvSpPr>
          <p:nvPr>
            <p:ph type="sldNum" sz="quarter" idx="5"/>
          </p:nvPr>
        </p:nvSpPr>
        <p:spPr/>
        <p:txBody>
          <a:bodyPr/>
          <a:lstStyle/>
          <a:p>
            <a:fld id="{DEF75CB5-5666-5049-9AE0-38EFD385C21E}" type="slidenum">
              <a:rPr lang="en-US" smtClean="0"/>
              <a:t>9</a:t>
            </a:fld>
            <a:endParaRPr lang="en-US" dirty="0"/>
          </a:p>
        </p:txBody>
      </p:sp>
    </p:spTree>
    <p:extLst>
      <p:ext uri="{BB962C8B-B14F-4D97-AF65-F5344CB8AC3E}">
        <p14:creationId xmlns:p14="http://schemas.microsoft.com/office/powerpoint/2010/main" val="3869718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63656-32E8-64AA-C1C4-C9222E98C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21CA9-50F2-A03F-2939-0413D9D67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37325-AFE3-70A2-EF45-15AE723017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CC28D2-875E-5FE2-C1F9-FC4F8A4EFBA8}"/>
              </a:ext>
            </a:extLst>
          </p:cNvPr>
          <p:cNvSpPr>
            <a:spLocks noGrp="1"/>
          </p:cNvSpPr>
          <p:nvPr>
            <p:ph type="sldNum" sz="quarter" idx="5"/>
          </p:nvPr>
        </p:nvSpPr>
        <p:spPr/>
        <p:txBody>
          <a:bodyPr/>
          <a:lstStyle/>
          <a:p>
            <a:fld id="{DEF75CB5-5666-5049-9AE0-38EFD385C21E}" type="slidenum">
              <a:rPr lang="en-US" smtClean="0"/>
              <a:t>10</a:t>
            </a:fld>
            <a:endParaRPr lang="en-US" dirty="0"/>
          </a:p>
        </p:txBody>
      </p:sp>
    </p:spTree>
    <p:extLst>
      <p:ext uri="{BB962C8B-B14F-4D97-AF65-F5344CB8AC3E}">
        <p14:creationId xmlns:p14="http://schemas.microsoft.com/office/powerpoint/2010/main" val="1187252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12</a:t>
            </a:fld>
            <a:endParaRPr lang="en-US" dirty="0"/>
          </a:p>
        </p:txBody>
      </p:sp>
    </p:spTree>
    <p:extLst>
      <p:ext uri="{BB962C8B-B14F-4D97-AF65-F5344CB8AC3E}">
        <p14:creationId xmlns:p14="http://schemas.microsoft.com/office/powerpoint/2010/main" val="4167890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endParaRPr lang="en-US" dirty="0"/>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endParaRPr lang="en-US" dirty="0"/>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4.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mailto:sqlbouncer@sqlbouncer.com" TargetMode="External"/><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hyperlink" Target="https://www.linkedin.com/in/saidsalomoni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0" y="304799"/>
            <a:ext cx="12191998" cy="3215641"/>
          </a:xfrm>
        </p:spPr>
        <p:txBody>
          <a:bodyPr anchor="b"/>
          <a:lstStyle/>
          <a:p>
            <a:r>
              <a:rPr lang="en-US" dirty="0"/>
              <a:t>What is new in</a:t>
            </a:r>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3" y="3670628"/>
            <a:ext cx="12191997" cy="2577772"/>
          </a:xfrm>
        </p:spPr>
        <p:txBody>
          <a:bodyPr/>
          <a:lstStyle/>
          <a:p>
            <a:r>
              <a:rPr lang="en-US" dirty="0"/>
              <a:t>SQL 2025</a:t>
            </a:r>
          </a:p>
        </p:txBody>
      </p:sp>
      <p:pic>
        <p:nvPicPr>
          <p:cNvPr id="3" name="Picture 2" descr="A logo with text on it&#10;&#10;AI-generated content may be incorrect.">
            <a:extLst>
              <a:ext uri="{FF2B5EF4-FFF2-40B4-BE49-F238E27FC236}">
                <a16:creationId xmlns:a16="http://schemas.microsoft.com/office/drawing/2014/main" id="{80FAE052-9B42-9994-A0CC-6400694DCD1D}"/>
              </a:ext>
            </a:extLst>
          </p:cNvPr>
          <p:cNvPicPr>
            <a:picLocks noChangeAspect="1"/>
          </p:cNvPicPr>
          <p:nvPr/>
        </p:nvPicPr>
        <p:blipFill>
          <a:blip r:embed="rId3"/>
          <a:stretch>
            <a:fillRect/>
          </a:stretch>
        </p:blipFill>
        <p:spPr>
          <a:xfrm>
            <a:off x="4108807" y="4350703"/>
            <a:ext cx="4459840" cy="2047885"/>
          </a:xfrm>
          <a:prstGeom prst="rect">
            <a:avLst/>
          </a:prstGeom>
        </p:spPr>
      </p:pic>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68BB369-983A-A83F-687E-D13DCC3FE5E0}"/>
              </a:ext>
            </a:extLst>
          </p:cNvPr>
          <p:cNvSpPr>
            <a:spLocks noGrp="1"/>
          </p:cNvSpPr>
          <p:nvPr>
            <p:ph type="sldNum" sz="quarter" idx="12"/>
          </p:nvPr>
        </p:nvSpPr>
        <p:spPr/>
        <p:txBody>
          <a:bodyPr/>
          <a:lstStyle/>
          <a:p>
            <a:fld id="{FE024F78-56A6-7740-B68D-8D4D026EDF3F}" type="slidenum">
              <a:rPr lang="en-US" smtClean="0"/>
              <a:pPr/>
              <a:t>2</a:t>
            </a:fld>
            <a:endParaRPr lang="en-US" dirty="0"/>
          </a:p>
        </p:txBody>
      </p:sp>
      <p:sp>
        <p:nvSpPr>
          <p:cNvPr id="5" name="Title 1">
            <a:extLst>
              <a:ext uri="{FF2B5EF4-FFF2-40B4-BE49-F238E27FC236}">
                <a16:creationId xmlns:a16="http://schemas.microsoft.com/office/drawing/2014/main" id="{2F4F199B-6B18-FE49-C1A1-B3242944FB70}"/>
              </a:ext>
            </a:extLst>
          </p:cNvPr>
          <p:cNvSpPr txBox="1">
            <a:spLocks/>
          </p:cNvSpPr>
          <p:nvPr/>
        </p:nvSpPr>
        <p:spPr bwMode="auto">
          <a:xfrm>
            <a:off x="6406643" y="475339"/>
            <a:ext cx="5568696" cy="483717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25000" lnSpcReduction="20000"/>
          </a:bodyPr>
          <a:lstStyle>
            <a:lvl1pPr algn="l" rtl="0" eaLnBrk="1" fontAlgn="base" hangingPunct="1">
              <a:lnSpc>
                <a:spcPct val="120000"/>
              </a:lnSpc>
              <a:spcBef>
                <a:spcPct val="0"/>
              </a:spcBef>
              <a:spcAft>
                <a:spcPct val="0"/>
              </a:spcAft>
              <a:defRPr sz="6000" b="1" i="0" kern="1200">
                <a:solidFill>
                  <a:schemeClr val="bg1"/>
                </a:solidFill>
                <a:latin typeface="IBM Plex Sans" panose="020B0503050203000203" pitchFamily="34" charset="77"/>
                <a:ea typeface="+mj-ea"/>
                <a:cs typeface="IBM Plex Sans" panose="020B0503050203000203" pitchFamily="34" charset="77"/>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pPr algn="l" rtl="0">
              <a:lnSpc>
                <a:spcPts val="2288"/>
              </a:lnSpc>
            </a:pPr>
            <a:r>
              <a:rPr lang="en-US" sz="9600" dirty="0">
                <a:solidFill>
                  <a:srgbClr val="EBAB2A"/>
                </a:solidFill>
                <a:latin typeface="Arial" panose="020B0604020202020204" pitchFamily="34" charset="0"/>
                <a:ea typeface="+mn-ea"/>
                <a:cs typeface="Arial" panose="020B0604020202020204" pitchFamily="34" charset="0"/>
              </a:rPr>
              <a:t>Said Salomon has over 40 years of experience as an Information Technology Professional. He has a vast array of abilities in the field in the areas of Network, Desktop Support, DBA, Staff Project Management, Application Software Development, Business Analysis and Quality Assurance. He is an AWS Certified Solutions Architect – Associate and has certifications from the Insurance Institute of America. </a:t>
            </a:r>
            <a:endParaRPr lang="en-US" altLang="zh-CN" sz="9600" dirty="0">
              <a:solidFill>
                <a:srgbClr val="EBAB2A"/>
              </a:solidFill>
              <a:latin typeface="Arial" panose="020B0604020202020204" pitchFamily="34" charset="0"/>
              <a:ea typeface="+mn-ea"/>
              <a:cs typeface="Arial" panose="020B0604020202020204" pitchFamily="34" charset="0"/>
            </a:endParaRPr>
          </a:p>
        </p:txBody>
      </p:sp>
      <p:sp>
        <p:nvSpPr>
          <p:cNvPr id="6" name="Text Box57">
            <a:extLst>
              <a:ext uri="{FF2B5EF4-FFF2-40B4-BE49-F238E27FC236}">
                <a16:creationId xmlns:a16="http://schemas.microsoft.com/office/drawing/2014/main" id="{1BB1FE81-2D8E-53F9-DA63-23AEF625158C}"/>
              </a:ext>
            </a:extLst>
          </p:cNvPr>
          <p:cNvSpPr txBox="1"/>
          <p:nvPr/>
        </p:nvSpPr>
        <p:spPr>
          <a:xfrm>
            <a:off x="832952" y="5649777"/>
            <a:ext cx="2807372" cy="392480"/>
          </a:xfrm>
          <a:prstGeom prst="rect">
            <a:avLst/>
          </a:prstGeom>
        </p:spPr>
        <p:txBody>
          <a:bodyPr wrap="square" lIns="0" tIns="0" rIns="0" rtlCol="0">
            <a:spAutoFit/>
          </a:bodyPr>
          <a:lstStyle/>
          <a:p>
            <a:pPr algn="l">
              <a:lnSpc>
                <a:spcPts val="0"/>
              </a:lnSpc>
            </a:pPr>
            <a:endParaRPr dirty="0"/>
          </a:p>
          <a:p>
            <a:pPr algn="l" rtl="0">
              <a:lnSpc>
                <a:spcPts val="2678"/>
              </a:lnSpc>
            </a:pPr>
            <a:r>
              <a:rPr lang="en-US" altLang="zh-CN" sz="2400" spc="-1" dirty="0">
                <a:solidFill>
                  <a:srgbClr val="F8F8F8"/>
                </a:solidFill>
                <a:latin typeface="Arial"/>
                <a:ea typeface="Arial"/>
                <a:cs typeface="Arial"/>
              </a:rPr>
              <a:t>@SQLBouncer</a:t>
            </a:r>
            <a:endParaRPr lang="en-US" altLang="zh-CN" sz="2400" dirty="0">
              <a:latin typeface="Arial"/>
              <a:ea typeface="Arial"/>
              <a:cs typeface="Arial"/>
            </a:endParaRPr>
          </a:p>
        </p:txBody>
      </p:sp>
      <p:pic>
        <p:nvPicPr>
          <p:cNvPr id="7" name="Picture 6" descr="A close up of a sign&#10;&#10;Description automatically generated">
            <a:extLst>
              <a:ext uri="{FF2B5EF4-FFF2-40B4-BE49-F238E27FC236}">
                <a16:creationId xmlns:a16="http://schemas.microsoft.com/office/drawing/2014/main" id="{062DC4BA-766A-537C-E624-91523F845B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45292" y="4956302"/>
            <a:ext cx="1491630" cy="1491630"/>
          </a:xfrm>
          <a:prstGeom prst="rect">
            <a:avLst/>
          </a:prstGeom>
        </p:spPr>
      </p:pic>
      <p:pic>
        <p:nvPicPr>
          <p:cNvPr id="8" name="Graphic 7">
            <a:extLst>
              <a:ext uri="{FF2B5EF4-FFF2-40B4-BE49-F238E27FC236}">
                <a16:creationId xmlns:a16="http://schemas.microsoft.com/office/drawing/2014/main" id="{1C0422EE-9315-A95E-2B82-67361E5190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6084" y="4267249"/>
            <a:ext cx="457200" cy="457200"/>
          </a:xfrm>
          <a:prstGeom prst="rect">
            <a:avLst/>
          </a:prstGeom>
        </p:spPr>
      </p:pic>
      <p:pic>
        <p:nvPicPr>
          <p:cNvPr id="9" name="Graphic 8">
            <a:extLst>
              <a:ext uri="{FF2B5EF4-FFF2-40B4-BE49-F238E27FC236}">
                <a16:creationId xmlns:a16="http://schemas.microsoft.com/office/drawing/2014/main" id="{35A86460-CCFE-F815-5D00-7DFB2B49A4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52367" y="4903365"/>
            <a:ext cx="457200" cy="457200"/>
          </a:xfrm>
          <a:prstGeom prst="rect">
            <a:avLst/>
          </a:prstGeom>
        </p:spPr>
      </p:pic>
      <p:sp>
        <p:nvSpPr>
          <p:cNvPr id="10" name="Content Placeholder 20">
            <a:extLst>
              <a:ext uri="{FF2B5EF4-FFF2-40B4-BE49-F238E27FC236}">
                <a16:creationId xmlns:a16="http://schemas.microsoft.com/office/drawing/2014/main" id="{A91403B6-4620-D6BF-957D-7D1F080231B6}"/>
              </a:ext>
            </a:extLst>
          </p:cNvPr>
          <p:cNvSpPr/>
          <p:nvPr/>
        </p:nvSpPr>
        <p:spPr>
          <a:xfrm>
            <a:off x="333128" y="5624483"/>
            <a:ext cx="415088" cy="457201"/>
          </a:xfrm>
          <a:custGeom>
            <a:avLst/>
            <a:gdLst>
              <a:gd name="connsiteX0" fmla="*/ 216156 w 363204"/>
              <a:gd name="connsiteY0" fmla="*/ 157129 h 371085"/>
              <a:gd name="connsiteX1" fmla="*/ 351367 w 363204"/>
              <a:gd name="connsiteY1" fmla="*/ 0 h 371085"/>
              <a:gd name="connsiteX2" fmla="*/ 319326 w 363204"/>
              <a:gd name="connsiteY2" fmla="*/ 0 h 371085"/>
              <a:gd name="connsiteX3" fmla="*/ 201922 w 363204"/>
              <a:gd name="connsiteY3" fmla="*/ 136433 h 371085"/>
              <a:gd name="connsiteX4" fmla="*/ 108152 w 363204"/>
              <a:gd name="connsiteY4" fmla="*/ 0 h 371085"/>
              <a:gd name="connsiteX5" fmla="*/ 0 w 363204"/>
              <a:gd name="connsiteY5" fmla="*/ 0 h 371085"/>
              <a:gd name="connsiteX6" fmla="*/ 141798 w 363204"/>
              <a:gd name="connsiteY6" fmla="*/ 206311 h 371085"/>
              <a:gd name="connsiteX7" fmla="*/ 0 w 363204"/>
              <a:gd name="connsiteY7" fmla="*/ 371085 h 371085"/>
              <a:gd name="connsiteX8" fmla="*/ 32042 w 363204"/>
              <a:gd name="connsiteY8" fmla="*/ 371085 h 371085"/>
              <a:gd name="connsiteX9" fmla="*/ 156024 w 363204"/>
              <a:gd name="connsiteY9" fmla="*/ 227007 h 371085"/>
              <a:gd name="connsiteX10" fmla="*/ 255052 w 363204"/>
              <a:gd name="connsiteY10" fmla="*/ 371085 h 371085"/>
              <a:gd name="connsiteX11" fmla="*/ 363204 w 363204"/>
              <a:gd name="connsiteY11" fmla="*/ 371085 h 371085"/>
              <a:gd name="connsiteX12" fmla="*/ 216148 w 363204"/>
              <a:gd name="connsiteY12" fmla="*/ 157129 h 371085"/>
              <a:gd name="connsiteX13" fmla="*/ 216156 w 363204"/>
              <a:gd name="connsiteY13" fmla="*/ 157129 h 371085"/>
              <a:gd name="connsiteX14" fmla="*/ 172269 w 363204"/>
              <a:gd name="connsiteY14" fmla="*/ 208129 h 371085"/>
              <a:gd name="connsiteX15" fmla="*/ 157902 w 363204"/>
              <a:gd name="connsiteY15" fmla="*/ 187585 h 371085"/>
              <a:gd name="connsiteX16" fmla="*/ 43588 w 363204"/>
              <a:gd name="connsiteY16" fmla="*/ 24115 h 371085"/>
              <a:gd name="connsiteX17" fmla="*/ 92803 w 363204"/>
              <a:gd name="connsiteY17" fmla="*/ 24115 h 371085"/>
              <a:gd name="connsiteX18" fmla="*/ 185056 w 363204"/>
              <a:gd name="connsiteY18" fmla="*/ 156040 h 371085"/>
              <a:gd name="connsiteX19" fmla="*/ 199423 w 363204"/>
              <a:gd name="connsiteY19" fmla="*/ 176584 h 371085"/>
              <a:gd name="connsiteX20" fmla="*/ 319341 w 363204"/>
              <a:gd name="connsiteY20" fmla="*/ 348067 h 371085"/>
              <a:gd name="connsiteX21" fmla="*/ 270126 w 363204"/>
              <a:gd name="connsiteY21" fmla="*/ 348067 h 371085"/>
              <a:gd name="connsiteX22" fmla="*/ 172269 w 363204"/>
              <a:gd name="connsiteY22" fmla="*/ 208137 h 371085"/>
              <a:gd name="connsiteX23" fmla="*/ 172269 w 363204"/>
              <a:gd name="connsiteY23" fmla="*/ 208129 h 37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3204" h="371085">
                <a:moveTo>
                  <a:pt x="216156" y="157129"/>
                </a:moveTo>
                <a:lnTo>
                  <a:pt x="351367" y="0"/>
                </a:lnTo>
                <a:lnTo>
                  <a:pt x="319326" y="0"/>
                </a:lnTo>
                <a:lnTo>
                  <a:pt x="201922" y="136433"/>
                </a:lnTo>
                <a:lnTo>
                  <a:pt x="108152" y="0"/>
                </a:lnTo>
                <a:lnTo>
                  <a:pt x="0" y="0"/>
                </a:lnTo>
                <a:lnTo>
                  <a:pt x="141798" y="206311"/>
                </a:lnTo>
                <a:lnTo>
                  <a:pt x="0" y="371085"/>
                </a:lnTo>
                <a:lnTo>
                  <a:pt x="32042" y="371085"/>
                </a:lnTo>
                <a:lnTo>
                  <a:pt x="156024" y="227007"/>
                </a:lnTo>
                <a:lnTo>
                  <a:pt x="255052" y="371085"/>
                </a:lnTo>
                <a:lnTo>
                  <a:pt x="363204" y="371085"/>
                </a:lnTo>
                <a:lnTo>
                  <a:pt x="216148" y="157129"/>
                </a:lnTo>
                <a:lnTo>
                  <a:pt x="216156" y="157129"/>
                </a:lnTo>
                <a:close/>
                <a:moveTo>
                  <a:pt x="172269" y="208129"/>
                </a:moveTo>
                <a:lnTo>
                  <a:pt x="157902" y="187585"/>
                </a:lnTo>
                <a:lnTo>
                  <a:pt x="43588" y="24115"/>
                </a:lnTo>
                <a:lnTo>
                  <a:pt x="92803" y="24115"/>
                </a:lnTo>
                <a:lnTo>
                  <a:pt x="185056" y="156040"/>
                </a:lnTo>
                <a:lnTo>
                  <a:pt x="199423" y="176584"/>
                </a:lnTo>
                <a:lnTo>
                  <a:pt x="319341" y="348067"/>
                </a:lnTo>
                <a:lnTo>
                  <a:pt x="270126" y="348067"/>
                </a:lnTo>
                <a:lnTo>
                  <a:pt x="172269" y="208137"/>
                </a:lnTo>
                <a:lnTo>
                  <a:pt x="172269" y="208129"/>
                </a:lnTo>
                <a:close/>
              </a:path>
            </a:pathLst>
          </a:custGeom>
          <a:gradFill flip="none" rotWithShape="1">
            <a:gsLst>
              <a:gs pos="0">
                <a:schemeClr val="accent4"/>
              </a:gs>
              <a:gs pos="100000">
                <a:schemeClr val="accent3"/>
              </a:gs>
              <a:gs pos="65000">
                <a:schemeClr val="accent2"/>
              </a:gs>
              <a:gs pos="35000">
                <a:schemeClr val="accent1"/>
              </a:gs>
            </a:gsLst>
            <a:lin ang="2700000" scaled="1"/>
            <a:tileRect/>
          </a:gradFill>
          <a:ln w="302" cap="flat">
            <a:noFill/>
            <a:prstDash val="solid"/>
            <a:miter/>
          </a:ln>
        </p:spPr>
        <p:txBody>
          <a:bodyPr rtlCol="0" anchor="ctr"/>
          <a:lstStyle/>
          <a:p>
            <a:endParaRPr lang="en-US"/>
          </a:p>
        </p:txBody>
      </p:sp>
      <p:sp>
        <p:nvSpPr>
          <p:cNvPr id="11" name="Text Box57">
            <a:extLst>
              <a:ext uri="{FF2B5EF4-FFF2-40B4-BE49-F238E27FC236}">
                <a16:creationId xmlns:a16="http://schemas.microsoft.com/office/drawing/2014/main" id="{3C924C7C-0803-A360-6B28-6F43BFAD2C60}"/>
              </a:ext>
            </a:extLst>
          </p:cNvPr>
          <p:cNvSpPr txBox="1"/>
          <p:nvPr/>
        </p:nvSpPr>
        <p:spPr>
          <a:xfrm>
            <a:off x="1012784" y="4903365"/>
            <a:ext cx="4793656" cy="392480"/>
          </a:xfrm>
          <a:prstGeom prst="rect">
            <a:avLst/>
          </a:prstGeom>
        </p:spPr>
        <p:txBody>
          <a:bodyPr wrap="square" lIns="0" tIns="0" rIns="0" rtlCol="0">
            <a:spAutoFit/>
          </a:bodyPr>
          <a:lstStyle/>
          <a:p>
            <a:pPr algn="l">
              <a:lnSpc>
                <a:spcPts val="0"/>
              </a:lnSpc>
            </a:pPr>
            <a:endParaRPr/>
          </a:p>
          <a:p>
            <a:pPr algn="l" rtl="0">
              <a:lnSpc>
                <a:spcPts val="2678"/>
              </a:lnSpc>
            </a:pPr>
            <a:r>
              <a:rPr lang="en-US" altLang="zh-CN" sz="2400" spc="-1">
                <a:solidFill>
                  <a:srgbClr val="F8F8F8"/>
                </a:solidFill>
                <a:latin typeface="Arial"/>
                <a:ea typeface="Arial"/>
                <a:cs typeface="Arial"/>
              </a:rPr>
              <a:t>SQLBouncer@SQLBouncer.com</a:t>
            </a:r>
            <a:endParaRPr lang="en-US" altLang="zh-CN" sz="2400">
              <a:latin typeface="Arial"/>
              <a:ea typeface="Arial"/>
              <a:cs typeface="Arial"/>
            </a:endParaRPr>
          </a:p>
        </p:txBody>
      </p:sp>
      <p:sp>
        <p:nvSpPr>
          <p:cNvPr id="12" name="TextBox 11">
            <a:extLst>
              <a:ext uri="{FF2B5EF4-FFF2-40B4-BE49-F238E27FC236}">
                <a16:creationId xmlns:a16="http://schemas.microsoft.com/office/drawing/2014/main" id="{79FD1A88-1A40-F172-F239-4175246587F7}"/>
              </a:ext>
            </a:extLst>
          </p:cNvPr>
          <p:cNvSpPr txBox="1"/>
          <p:nvPr/>
        </p:nvSpPr>
        <p:spPr>
          <a:xfrm>
            <a:off x="973160" y="4311183"/>
            <a:ext cx="4833280" cy="369332"/>
          </a:xfrm>
          <a:prstGeom prst="rect">
            <a:avLst/>
          </a:prstGeom>
          <a:solidFill>
            <a:schemeClr val="tx1"/>
          </a:solidFill>
        </p:spPr>
        <p:txBody>
          <a:bodyPr wrap="square">
            <a:spAutoFit/>
          </a:bodyPr>
          <a:lstStyle/>
          <a:p>
            <a:r>
              <a:rPr lang="en-US" dirty="0">
                <a:solidFill>
                  <a:schemeClr val="bg1"/>
                </a:solidFill>
              </a:rPr>
              <a:t>https://www.linkedin.com/in/saidsalomonii</a:t>
            </a:r>
          </a:p>
        </p:txBody>
      </p:sp>
      <p:sp>
        <p:nvSpPr>
          <p:cNvPr id="13" name="Title 1">
            <a:extLst>
              <a:ext uri="{FF2B5EF4-FFF2-40B4-BE49-F238E27FC236}">
                <a16:creationId xmlns:a16="http://schemas.microsoft.com/office/drawing/2014/main" id="{76050DB0-92E9-F598-7125-65B73888F594}"/>
              </a:ext>
            </a:extLst>
          </p:cNvPr>
          <p:cNvSpPr txBox="1">
            <a:spLocks/>
          </p:cNvSpPr>
          <p:nvPr/>
        </p:nvSpPr>
        <p:spPr>
          <a:xfrm>
            <a:off x="448355" y="419793"/>
            <a:ext cx="3513046" cy="1340961"/>
          </a:xfrm>
          <a:prstGeom prst="rect">
            <a:avLst/>
          </a:prstGeom>
        </p:spPr>
        <p:txBody>
          <a:bodyPr/>
          <a:lstStyle>
            <a:lvl1pPr algn="l" rtl="0" eaLnBrk="1" fontAlgn="base" hangingPunct="1">
              <a:lnSpc>
                <a:spcPct val="90000"/>
              </a:lnSpc>
              <a:spcBef>
                <a:spcPct val="0"/>
              </a:spcBef>
              <a:spcAft>
                <a:spcPct val="0"/>
              </a:spcAft>
              <a:defRPr sz="3600" b="0" i="0" kern="1200">
                <a:gradFill flip="none" rotWithShape="1">
                  <a:gsLst>
                    <a:gs pos="100000">
                      <a:schemeClr val="accent3"/>
                    </a:gs>
                    <a:gs pos="0">
                      <a:schemeClr val="accent2"/>
                    </a:gs>
                  </a:gsLst>
                  <a:lin ang="0" scaled="1"/>
                  <a:tileRect/>
                </a:gradFill>
                <a:latin typeface="Kanit Medium" pitchFamily="2" charset="-34"/>
                <a:ea typeface="+mj-ea"/>
                <a:cs typeface="Kanit Medium" pitchFamily="2" charset="-34"/>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r>
              <a:rPr lang="en-US" sz="4400" dirty="0"/>
              <a:t>Said Salomon</a:t>
            </a:r>
          </a:p>
        </p:txBody>
      </p:sp>
      <p:sp>
        <p:nvSpPr>
          <p:cNvPr id="14" name="Title 1">
            <a:extLst>
              <a:ext uri="{FF2B5EF4-FFF2-40B4-BE49-F238E27FC236}">
                <a16:creationId xmlns:a16="http://schemas.microsoft.com/office/drawing/2014/main" id="{7E489AC3-28BC-8991-4B9E-1412B2040707}"/>
              </a:ext>
            </a:extLst>
          </p:cNvPr>
          <p:cNvSpPr txBox="1">
            <a:spLocks/>
          </p:cNvSpPr>
          <p:nvPr/>
        </p:nvSpPr>
        <p:spPr>
          <a:xfrm>
            <a:off x="534684" y="2233648"/>
            <a:ext cx="4285648" cy="1195351"/>
          </a:xfrm>
          <a:prstGeom prst="rect">
            <a:avLst/>
          </a:prstGeom>
        </p:spPr>
        <p:txBody>
          <a:bodyPr/>
          <a:lstStyle>
            <a:lvl1pPr algn="l" rtl="0" eaLnBrk="1" fontAlgn="base" hangingPunct="1">
              <a:lnSpc>
                <a:spcPct val="90000"/>
              </a:lnSpc>
              <a:spcBef>
                <a:spcPct val="0"/>
              </a:spcBef>
              <a:spcAft>
                <a:spcPct val="0"/>
              </a:spcAft>
              <a:defRPr sz="3600" b="0" i="0" kern="1200">
                <a:gradFill flip="none" rotWithShape="1">
                  <a:gsLst>
                    <a:gs pos="100000">
                      <a:schemeClr val="accent3"/>
                    </a:gs>
                    <a:gs pos="0">
                      <a:schemeClr val="accent2"/>
                    </a:gs>
                  </a:gsLst>
                  <a:lin ang="0" scaled="1"/>
                  <a:tileRect/>
                </a:gradFill>
                <a:latin typeface="Kanit Medium" pitchFamily="2" charset="-34"/>
                <a:ea typeface="+mj-ea"/>
                <a:cs typeface="Kanit Medium" pitchFamily="2" charset="-34"/>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defRPr>
            </a:lvl9pPr>
          </a:lstStyle>
          <a:p>
            <a:r>
              <a:rPr lang="en-US" dirty="0"/>
              <a:t>Database Administrator</a:t>
            </a:r>
          </a:p>
        </p:txBody>
      </p:sp>
      <p:pic>
        <p:nvPicPr>
          <p:cNvPr id="15" name="Picture 14">
            <a:extLst>
              <a:ext uri="{FF2B5EF4-FFF2-40B4-BE49-F238E27FC236}">
                <a16:creationId xmlns:a16="http://schemas.microsoft.com/office/drawing/2014/main" id="{D40B09BF-D42B-A429-CC48-1B99A155437D}"/>
              </a:ext>
            </a:extLst>
          </p:cNvPr>
          <p:cNvPicPr>
            <a:picLocks noChangeAspect="1"/>
          </p:cNvPicPr>
          <p:nvPr/>
        </p:nvPicPr>
        <p:blipFill>
          <a:blip r:embed="rId7"/>
          <a:stretch>
            <a:fillRect/>
          </a:stretch>
        </p:blipFill>
        <p:spPr>
          <a:xfrm>
            <a:off x="4379462" y="190269"/>
            <a:ext cx="1805096" cy="1805096"/>
          </a:xfrm>
          <a:prstGeom prst="rect">
            <a:avLst/>
          </a:prstGeom>
        </p:spPr>
      </p:pic>
    </p:spTree>
    <p:extLst>
      <p:ext uri="{BB962C8B-B14F-4D97-AF65-F5344CB8AC3E}">
        <p14:creationId xmlns:p14="http://schemas.microsoft.com/office/powerpoint/2010/main" val="2953413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2458FF-0D0C-4ACC-C6FB-103BC0BADCCD}"/>
              </a:ext>
            </a:extLst>
          </p:cNvPr>
          <p:cNvSpPr>
            <a:spLocks noGrp="1"/>
          </p:cNvSpPr>
          <p:nvPr>
            <p:ph type="title"/>
          </p:nvPr>
        </p:nvSpPr>
        <p:spPr>
          <a:xfrm>
            <a:off x="2399620" y="162560"/>
            <a:ext cx="8843050" cy="1616904"/>
          </a:xfrm>
        </p:spPr>
        <p:txBody>
          <a:bodyPr anchor="b">
            <a:normAutofit/>
          </a:bodyPr>
          <a:lstStyle/>
          <a:p>
            <a:r>
              <a:rPr lang="en-US" dirty="0"/>
              <a:t>Agenda</a:t>
            </a:r>
          </a:p>
        </p:txBody>
      </p:sp>
      <p:pic>
        <p:nvPicPr>
          <p:cNvPr id="4" name="Content Placeholder 3" descr="A logo with text on it&#10;&#10;AI-generated content may be incorrect.">
            <a:extLst>
              <a:ext uri="{FF2B5EF4-FFF2-40B4-BE49-F238E27FC236}">
                <a16:creationId xmlns:a16="http://schemas.microsoft.com/office/drawing/2014/main" id="{8B850849-E83C-6FFB-51F4-78A5C377FD9B}"/>
              </a:ext>
            </a:extLst>
          </p:cNvPr>
          <p:cNvPicPr>
            <a:picLocks noGrp="1" noChangeAspect="1"/>
          </p:cNvPicPr>
          <p:nvPr>
            <p:ph sz="quarter" idx="35"/>
          </p:nvPr>
        </p:nvPicPr>
        <p:blipFill>
          <a:blip r:embed="rId3"/>
          <a:stretch>
            <a:fillRect/>
          </a:stretch>
        </p:blipFill>
        <p:spPr>
          <a:xfrm>
            <a:off x="2373313" y="3317657"/>
            <a:ext cx="4014787" cy="1843524"/>
          </a:xfrm>
        </p:spPr>
      </p:pic>
      <p:sp>
        <p:nvSpPr>
          <p:cNvPr id="31" name="Text Placeholder 3">
            <a:extLst>
              <a:ext uri="{FF2B5EF4-FFF2-40B4-BE49-F238E27FC236}">
                <a16:creationId xmlns:a16="http://schemas.microsoft.com/office/drawing/2014/main" id="{F1239C0E-3F39-787D-0FC3-6B7C9BA37E8F}"/>
              </a:ext>
            </a:extLst>
          </p:cNvPr>
          <p:cNvSpPr>
            <a:spLocks noGrp="1"/>
          </p:cNvSpPr>
          <p:nvPr>
            <p:ph sz="quarter" idx="36"/>
          </p:nvPr>
        </p:nvSpPr>
        <p:spPr>
          <a:xfrm>
            <a:off x="6995159" y="2474811"/>
            <a:ext cx="4227332" cy="3528397"/>
          </a:xfrm>
        </p:spPr>
        <p:txBody>
          <a:bodyPr>
            <a:normAutofit/>
          </a:bodyPr>
          <a:lstStyle/>
          <a:p>
            <a:pPr marL="285750" indent="-285750">
              <a:lnSpc>
                <a:spcPct val="110000"/>
              </a:lnSpc>
              <a:buFont typeface="Arial" panose="020B0604020202020204" pitchFamily="34" charset="0"/>
              <a:buChar char="•"/>
            </a:pPr>
            <a:r>
              <a:rPr lang="en-US" sz="1100"/>
              <a:t>What is new in SQL 2025 brief overview</a:t>
            </a:r>
          </a:p>
          <a:p>
            <a:pPr marL="285750" indent="-285750">
              <a:lnSpc>
                <a:spcPct val="110000"/>
              </a:lnSpc>
              <a:buFont typeface="Arial" panose="020B0604020202020204" pitchFamily="34" charset="0"/>
              <a:buChar char="•"/>
            </a:pPr>
            <a:r>
              <a:rPr lang="en-US" sz="1100"/>
              <a:t>New JSON data type</a:t>
            </a:r>
          </a:p>
          <a:p>
            <a:pPr marL="285750" indent="-285750">
              <a:lnSpc>
                <a:spcPct val="110000"/>
              </a:lnSpc>
              <a:buFont typeface="Arial" panose="020B0604020202020204" pitchFamily="34" charset="0"/>
              <a:buChar char="•"/>
            </a:pPr>
            <a:r>
              <a:rPr lang="en-US" sz="1100"/>
              <a:t>New Vector Data type</a:t>
            </a:r>
          </a:p>
          <a:p>
            <a:pPr marL="1085850" lvl="1" indent="-285750">
              <a:lnSpc>
                <a:spcPct val="110000"/>
              </a:lnSpc>
            </a:pPr>
            <a:r>
              <a:rPr lang="en-US" sz="1100"/>
              <a:t>What is a Vector in SQL 2025</a:t>
            </a:r>
          </a:p>
          <a:p>
            <a:pPr marL="1085850" lvl="1" indent="-285750">
              <a:lnSpc>
                <a:spcPct val="110000"/>
              </a:lnSpc>
            </a:pPr>
            <a:r>
              <a:rPr lang="en-US" sz="1100"/>
              <a:t>Using Vector with LLM / AI</a:t>
            </a:r>
          </a:p>
          <a:p>
            <a:pPr marL="1543050" lvl="2" indent="-285750">
              <a:lnSpc>
                <a:spcPct val="110000"/>
              </a:lnSpc>
            </a:pPr>
            <a:r>
              <a:rPr lang="en-US" sz="1100"/>
              <a:t>New Functions for Vectors</a:t>
            </a:r>
          </a:p>
          <a:p>
            <a:pPr marL="1085850" lvl="1" indent="-285750">
              <a:lnSpc>
                <a:spcPct val="110000"/>
              </a:lnSpc>
            </a:pPr>
            <a:r>
              <a:rPr lang="en-US" sz="1100"/>
              <a:t>Basic Demo</a:t>
            </a:r>
          </a:p>
          <a:p>
            <a:pPr marL="1085850" lvl="1" indent="-285750">
              <a:lnSpc>
                <a:spcPct val="110000"/>
              </a:lnSpc>
            </a:pPr>
            <a:r>
              <a:rPr lang="en-US" sz="1100"/>
              <a:t>Advanced Demo</a:t>
            </a:r>
          </a:p>
          <a:p>
            <a:pPr marL="1543050" lvl="2" indent="-285750">
              <a:lnSpc>
                <a:spcPct val="110000"/>
              </a:lnSpc>
            </a:pPr>
            <a:r>
              <a:rPr lang="en-US" sz="1100"/>
              <a:t>Setup LLM for demo</a:t>
            </a:r>
          </a:p>
          <a:p>
            <a:pPr marL="285750" indent="-285750">
              <a:lnSpc>
                <a:spcPct val="110000"/>
              </a:lnSpc>
              <a:buFont typeface="Arial" panose="020B0604020202020204" pitchFamily="34" charset="0"/>
              <a:buChar char="•"/>
            </a:pPr>
            <a:r>
              <a:rPr lang="en-US" sz="1100"/>
              <a:t>Sources and extras</a:t>
            </a:r>
          </a:p>
          <a:p>
            <a:pPr marL="285750" indent="-285750">
              <a:lnSpc>
                <a:spcPct val="110000"/>
              </a:lnSpc>
            </a:pPr>
            <a:r>
              <a:rPr lang="en-US" sz="1100"/>
              <a:t>	</a:t>
            </a:r>
          </a:p>
        </p:txBody>
      </p:sp>
      <p:sp>
        <p:nvSpPr>
          <p:cNvPr id="38" name="Slide Number Placeholder 4">
            <a:extLst>
              <a:ext uri="{FF2B5EF4-FFF2-40B4-BE49-F238E27FC236}">
                <a16:creationId xmlns:a16="http://schemas.microsoft.com/office/drawing/2014/main" id="{81B5225E-0EE7-05FA-0C9A-E2B99AA57204}"/>
              </a:ext>
            </a:extLst>
          </p:cNvPr>
          <p:cNvSpPr>
            <a:spLocks noGrp="1"/>
          </p:cNvSpPr>
          <p:nvPr>
            <p:ph type="sldNum" sz="quarter" idx="12"/>
          </p:nvPr>
        </p:nvSpPr>
        <p:spPr>
          <a:xfrm>
            <a:off x="9140971" y="6226198"/>
            <a:ext cx="2743200" cy="365125"/>
          </a:xfrm>
        </p:spPr>
        <p:txBody>
          <a:bodyPr/>
          <a:lstStyle/>
          <a:p>
            <a:pPr>
              <a:spcAft>
                <a:spcPts val="600"/>
              </a:spcAft>
            </a:pPr>
            <a:fld id="{FE024F78-56A6-7740-B68D-8D4D026EDF3F}" type="slidenum">
              <a:rPr lang="en-US" smtClean="0"/>
              <a:pPr>
                <a:spcAft>
                  <a:spcPts val="600"/>
                </a:spcAft>
              </a:pPr>
              <a:t>3</a:t>
            </a:fld>
            <a:endParaRPr lang="en-US"/>
          </a:p>
        </p:txBody>
      </p:sp>
    </p:spTree>
    <p:extLst>
      <p:ext uri="{BB962C8B-B14F-4D97-AF65-F5344CB8AC3E}">
        <p14:creationId xmlns:p14="http://schemas.microsoft.com/office/powerpoint/2010/main" val="1460159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04BED-8881-888B-6A82-3BD7E1305D39}"/>
              </a:ext>
            </a:extLst>
          </p:cNvPr>
          <p:cNvSpPr>
            <a:spLocks noGrp="1"/>
          </p:cNvSpPr>
          <p:nvPr>
            <p:ph type="sldNum" sz="quarter" idx="12"/>
          </p:nvPr>
        </p:nvSpPr>
        <p:spPr/>
        <p:txBody>
          <a:bodyPr/>
          <a:lstStyle/>
          <a:p>
            <a:fld id="{FE024F78-56A6-7740-B68D-8D4D026EDF3F}" type="slidenum">
              <a:rPr lang="en-US" smtClean="0"/>
              <a:pPr/>
              <a:t>4</a:t>
            </a:fld>
            <a:endParaRPr lang="en-US" dirty="0"/>
          </a:p>
        </p:txBody>
      </p:sp>
      <p:pic>
        <p:nvPicPr>
          <p:cNvPr id="6" name="Picture 5" descr="A screenshot of a computer&#10;&#10;AI-generated content may be incorrect.">
            <a:extLst>
              <a:ext uri="{FF2B5EF4-FFF2-40B4-BE49-F238E27FC236}">
                <a16:creationId xmlns:a16="http://schemas.microsoft.com/office/drawing/2014/main" id="{52A77FBD-8FB8-2A23-4739-9D0134E791F2}"/>
              </a:ext>
            </a:extLst>
          </p:cNvPr>
          <p:cNvPicPr>
            <a:picLocks noChangeAspect="1"/>
          </p:cNvPicPr>
          <p:nvPr/>
        </p:nvPicPr>
        <p:blipFill>
          <a:blip r:embed="rId2"/>
          <a:stretch>
            <a:fillRect/>
          </a:stretch>
        </p:blipFill>
        <p:spPr>
          <a:xfrm>
            <a:off x="1719853" y="748689"/>
            <a:ext cx="8752294" cy="5360621"/>
          </a:xfrm>
          <a:prstGeom prst="rect">
            <a:avLst/>
          </a:prstGeom>
          <a:solidFill>
            <a:schemeClr val="bg1"/>
          </a:solidFill>
        </p:spPr>
      </p:pic>
    </p:spTree>
    <p:extLst>
      <p:ext uri="{BB962C8B-B14F-4D97-AF65-F5344CB8AC3E}">
        <p14:creationId xmlns:p14="http://schemas.microsoft.com/office/powerpoint/2010/main" val="2130301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E15A4-FDF7-E1B4-5A0D-4CD83B494A82}"/>
              </a:ext>
            </a:extLst>
          </p:cNvPr>
          <p:cNvSpPr>
            <a:spLocks noGrp="1"/>
          </p:cNvSpPr>
          <p:nvPr>
            <p:ph type="title"/>
          </p:nvPr>
        </p:nvSpPr>
        <p:spPr>
          <a:xfrm>
            <a:off x="321869" y="579120"/>
            <a:ext cx="11548261" cy="590919"/>
          </a:xfrm>
        </p:spPr>
        <p:txBody>
          <a:bodyPr/>
          <a:lstStyle/>
          <a:p>
            <a:r>
              <a:rPr lang="en-US" dirty="0"/>
              <a:t>What is a Vector</a:t>
            </a:r>
          </a:p>
        </p:txBody>
      </p:sp>
      <p:sp>
        <p:nvSpPr>
          <p:cNvPr id="4" name="Slide Number Placeholder 3">
            <a:extLst>
              <a:ext uri="{FF2B5EF4-FFF2-40B4-BE49-F238E27FC236}">
                <a16:creationId xmlns:a16="http://schemas.microsoft.com/office/drawing/2014/main" id="{54453AE4-A5D7-889B-A7F5-30CC298DB7CB}"/>
              </a:ext>
            </a:extLst>
          </p:cNvPr>
          <p:cNvSpPr>
            <a:spLocks noGrp="1"/>
          </p:cNvSpPr>
          <p:nvPr>
            <p:ph type="sldNum" sz="quarter" idx="12"/>
          </p:nvPr>
        </p:nvSpPr>
        <p:spPr/>
        <p:txBody>
          <a:bodyPr/>
          <a:lstStyle/>
          <a:p>
            <a:fld id="{FE024F78-56A6-7740-B68D-8D4D026EDF3F}" type="slidenum">
              <a:rPr lang="en-US" smtClean="0"/>
              <a:pPr/>
              <a:t>5</a:t>
            </a:fld>
            <a:endParaRPr lang="en-US" dirty="0"/>
          </a:p>
        </p:txBody>
      </p:sp>
      <p:sp>
        <p:nvSpPr>
          <p:cNvPr id="5" name="TextBox 4">
            <a:extLst>
              <a:ext uri="{FF2B5EF4-FFF2-40B4-BE49-F238E27FC236}">
                <a16:creationId xmlns:a16="http://schemas.microsoft.com/office/drawing/2014/main" id="{90E73C3C-1218-55F2-4019-5749C7676374}"/>
              </a:ext>
            </a:extLst>
          </p:cNvPr>
          <p:cNvSpPr txBox="1"/>
          <p:nvPr/>
        </p:nvSpPr>
        <p:spPr>
          <a:xfrm>
            <a:off x="904569" y="1406014"/>
            <a:ext cx="9389806" cy="3139321"/>
          </a:xfrm>
          <a:prstGeom prst="rect">
            <a:avLst/>
          </a:prstGeom>
          <a:noFill/>
        </p:spPr>
        <p:txBody>
          <a:bodyPr wrap="square" rtlCol="0">
            <a:spAutoFit/>
          </a:bodyPr>
          <a:lstStyle/>
          <a:p>
            <a:r>
              <a:rPr lang="en-US" dirty="0">
                <a:solidFill>
                  <a:schemeClr val="accent2">
                    <a:lumMod val="20000"/>
                    <a:lumOff val="80000"/>
                  </a:schemeClr>
                </a:solidFill>
              </a:rPr>
              <a:t>A vector is a mathematical and physical object that has both </a:t>
            </a:r>
            <a:r>
              <a:rPr lang="en-US" b="1" dirty="0">
                <a:solidFill>
                  <a:schemeClr val="accent2">
                    <a:lumMod val="20000"/>
                    <a:lumOff val="80000"/>
                  </a:schemeClr>
                </a:solidFill>
              </a:rPr>
              <a:t>magnitude</a:t>
            </a:r>
            <a:r>
              <a:rPr lang="en-US" dirty="0">
                <a:solidFill>
                  <a:schemeClr val="accent2">
                    <a:lumMod val="20000"/>
                    <a:lumOff val="80000"/>
                  </a:schemeClr>
                </a:solidFill>
              </a:rPr>
              <a:t> and </a:t>
            </a:r>
            <a:r>
              <a:rPr lang="en-US" b="1" dirty="0">
                <a:solidFill>
                  <a:schemeClr val="accent2">
                    <a:lumMod val="20000"/>
                    <a:lumOff val="80000"/>
                  </a:schemeClr>
                </a:solidFill>
              </a:rPr>
              <a:t>direction</a:t>
            </a:r>
            <a:r>
              <a:rPr lang="en-US" dirty="0">
                <a:solidFill>
                  <a:schemeClr val="accent2">
                    <a:lumMod val="20000"/>
                    <a:lumOff val="80000"/>
                  </a:schemeClr>
                </a:solidFill>
              </a:rPr>
              <a:t>.</a:t>
            </a:r>
          </a:p>
          <a:p>
            <a:endParaRPr lang="en-US" dirty="0">
              <a:solidFill>
                <a:schemeClr val="accent2">
                  <a:lumMod val="20000"/>
                  <a:lumOff val="80000"/>
                </a:schemeClr>
              </a:solidFill>
            </a:endParaRPr>
          </a:p>
          <a:p>
            <a:r>
              <a:rPr lang="en-US" dirty="0">
                <a:solidFill>
                  <a:schemeClr val="accent2">
                    <a:lumMod val="20000"/>
                    <a:lumOff val="80000"/>
                  </a:schemeClr>
                </a:solidFill>
              </a:rPr>
              <a:t>In SQL 2025:</a:t>
            </a:r>
          </a:p>
          <a:p>
            <a:endParaRPr lang="en-US" dirty="0">
              <a:solidFill>
                <a:schemeClr val="accent2">
                  <a:lumMod val="20000"/>
                  <a:lumOff val="80000"/>
                </a:schemeClr>
              </a:solidFill>
            </a:endParaRPr>
          </a:p>
          <a:p>
            <a:pPr lvl="1"/>
            <a:r>
              <a:rPr lang="en-US" dirty="0">
                <a:solidFill>
                  <a:schemeClr val="accent2">
                    <a:lumMod val="20000"/>
                    <a:lumOff val="80000"/>
                  </a:schemeClr>
                </a:solidFill>
              </a:rPr>
              <a:t>In SQL Server 2025, a vector refers to a new data type designed to store and manage numerical representations of data, particularly for AI and machine learning applications. These numerical representations are often called embeddings.  Used to do similarity search and or logical distance.</a:t>
            </a:r>
          </a:p>
          <a:p>
            <a:pPr lvl="1"/>
            <a:endParaRPr lang="en-US" dirty="0">
              <a:solidFill>
                <a:schemeClr val="accent2">
                  <a:lumMod val="20000"/>
                  <a:lumOff val="80000"/>
                </a:schemeClr>
              </a:solidFill>
            </a:endParaRPr>
          </a:p>
          <a:p>
            <a:pPr lvl="1"/>
            <a:endParaRPr lang="en-US" dirty="0">
              <a:solidFill>
                <a:schemeClr val="accent2">
                  <a:lumMod val="20000"/>
                  <a:lumOff val="80000"/>
                </a:schemeClr>
              </a:solidFill>
            </a:endParaRPr>
          </a:p>
          <a:p>
            <a:endParaRPr lang="en-US" dirty="0"/>
          </a:p>
        </p:txBody>
      </p:sp>
    </p:spTree>
    <p:extLst>
      <p:ext uri="{BB962C8B-B14F-4D97-AF65-F5344CB8AC3E}">
        <p14:creationId xmlns:p14="http://schemas.microsoft.com/office/powerpoint/2010/main" val="1155694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C1D80-19AE-9AD7-9544-1EF4566EF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A2242-E41D-DCE7-E2FA-0F228DB5A5C9}"/>
              </a:ext>
            </a:extLst>
          </p:cNvPr>
          <p:cNvSpPr>
            <a:spLocks noGrp="1"/>
          </p:cNvSpPr>
          <p:nvPr>
            <p:ph type="title"/>
          </p:nvPr>
        </p:nvSpPr>
        <p:spPr>
          <a:xfrm>
            <a:off x="321869" y="579120"/>
            <a:ext cx="11548261" cy="590919"/>
          </a:xfrm>
        </p:spPr>
        <p:txBody>
          <a:bodyPr/>
          <a:lstStyle/>
          <a:p>
            <a:r>
              <a:rPr lang="en-US" dirty="0"/>
              <a:t>Vector Data type</a:t>
            </a:r>
          </a:p>
        </p:txBody>
      </p:sp>
      <p:sp>
        <p:nvSpPr>
          <p:cNvPr id="4" name="Slide Number Placeholder 3">
            <a:extLst>
              <a:ext uri="{FF2B5EF4-FFF2-40B4-BE49-F238E27FC236}">
                <a16:creationId xmlns:a16="http://schemas.microsoft.com/office/drawing/2014/main" id="{C1DA1988-30A1-BAE5-E8B0-CF491831A3FB}"/>
              </a:ext>
            </a:extLst>
          </p:cNvPr>
          <p:cNvSpPr>
            <a:spLocks noGrp="1"/>
          </p:cNvSpPr>
          <p:nvPr>
            <p:ph type="sldNum" sz="quarter" idx="12"/>
          </p:nvPr>
        </p:nvSpPr>
        <p:spPr/>
        <p:txBody>
          <a:bodyPr/>
          <a:lstStyle/>
          <a:p>
            <a:fld id="{FE024F78-56A6-7740-B68D-8D4D026EDF3F}" type="slidenum">
              <a:rPr lang="en-US" smtClean="0"/>
              <a:pPr/>
              <a:t>6</a:t>
            </a:fld>
            <a:endParaRPr lang="en-US" dirty="0"/>
          </a:p>
        </p:txBody>
      </p:sp>
      <p:sp>
        <p:nvSpPr>
          <p:cNvPr id="5" name="TextBox 4">
            <a:extLst>
              <a:ext uri="{FF2B5EF4-FFF2-40B4-BE49-F238E27FC236}">
                <a16:creationId xmlns:a16="http://schemas.microsoft.com/office/drawing/2014/main" id="{CC18A7CB-7F3C-A6AF-4739-CDEC843331B5}"/>
              </a:ext>
            </a:extLst>
          </p:cNvPr>
          <p:cNvSpPr txBox="1"/>
          <p:nvPr/>
        </p:nvSpPr>
        <p:spPr>
          <a:xfrm>
            <a:off x="904569" y="1406014"/>
            <a:ext cx="9389806" cy="5078313"/>
          </a:xfrm>
          <a:prstGeom prst="rect">
            <a:avLst/>
          </a:prstGeom>
          <a:noFill/>
        </p:spPr>
        <p:txBody>
          <a:bodyPr wrap="square" rtlCol="0">
            <a:spAutoFit/>
          </a:bodyPr>
          <a:lstStyle/>
          <a:p>
            <a:pPr lvl="1"/>
            <a:r>
              <a:rPr lang="en-US" dirty="0">
                <a:solidFill>
                  <a:schemeClr val="accent2">
                    <a:lumMod val="20000"/>
                    <a:lumOff val="80000"/>
                  </a:schemeClr>
                </a:solidFill>
              </a:rPr>
              <a:t>Stored as a </a:t>
            </a:r>
            <a:r>
              <a:rPr lang="en-US" dirty="0" err="1">
                <a:solidFill>
                  <a:schemeClr val="accent2">
                    <a:lumMod val="20000"/>
                    <a:lumOff val="80000"/>
                  </a:schemeClr>
                </a:solidFill>
              </a:rPr>
              <a:t>varbinary</a:t>
            </a:r>
            <a:endParaRPr lang="en-US" dirty="0">
              <a:solidFill>
                <a:schemeClr val="accent2">
                  <a:lumMod val="20000"/>
                  <a:lumOff val="80000"/>
                </a:schemeClr>
              </a:solidFill>
            </a:endParaRPr>
          </a:p>
          <a:p>
            <a:pPr lvl="1"/>
            <a:r>
              <a:rPr lang="en-US" dirty="0">
                <a:solidFill>
                  <a:schemeClr val="accent2">
                    <a:lumMod val="20000"/>
                    <a:lumOff val="80000"/>
                  </a:schemeClr>
                </a:solidFill>
              </a:rPr>
              <a:t>Looks like an array of floating point (float32 or float16)</a:t>
            </a:r>
          </a:p>
          <a:p>
            <a:pPr lvl="1"/>
            <a:r>
              <a:rPr lang="en-US" dirty="0">
                <a:solidFill>
                  <a:schemeClr val="accent2">
                    <a:lumMod val="20000"/>
                    <a:lumOff val="80000"/>
                  </a:schemeClr>
                </a:solidFill>
              </a:rPr>
              <a:t>JSON format used</a:t>
            </a:r>
          </a:p>
          <a:p>
            <a:pPr lvl="1"/>
            <a:endParaRPr lang="en-US" dirty="0">
              <a:solidFill>
                <a:schemeClr val="accent2">
                  <a:lumMod val="20000"/>
                  <a:lumOff val="80000"/>
                </a:schemeClr>
              </a:solidFill>
            </a:endParaRPr>
          </a:p>
          <a:p>
            <a:pPr lvl="1"/>
            <a:r>
              <a:rPr lang="en-US" dirty="0">
                <a:solidFill>
                  <a:schemeClr val="accent2">
                    <a:lumMod val="20000"/>
                    <a:lumOff val="80000"/>
                  </a:schemeClr>
                </a:solidFill>
              </a:rPr>
              <a:t>Limitations </a:t>
            </a:r>
          </a:p>
          <a:p>
            <a:pPr marL="1200150" lvl="2" indent="-285750">
              <a:buFont typeface="Arial" panose="020B0604020202020204" pitchFamily="34" charset="0"/>
              <a:buChar char="•"/>
            </a:pPr>
            <a:r>
              <a:rPr lang="en-US" dirty="0">
                <a:solidFill>
                  <a:schemeClr val="accent2">
                    <a:lumMod val="20000"/>
                    <a:lumOff val="80000"/>
                  </a:schemeClr>
                </a:solidFill>
              </a:rPr>
              <a:t>Holds up to 1998 dimensions</a:t>
            </a:r>
          </a:p>
          <a:p>
            <a:pPr marL="1200150" lvl="2" indent="-285750">
              <a:buFont typeface="Arial" panose="020B0604020202020204" pitchFamily="34" charset="0"/>
              <a:buChar char="•"/>
            </a:pPr>
            <a:r>
              <a:rPr lang="en-US" dirty="0">
                <a:solidFill>
                  <a:schemeClr val="accent2">
                    <a:lumMod val="20000"/>
                    <a:lumOff val="80000"/>
                  </a:schemeClr>
                </a:solidFill>
              </a:rPr>
              <a:t>Check and Default constraints nor not support for Vector columns</a:t>
            </a:r>
          </a:p>
          <a:p>
            <a:pPr marL="1200150" lvl="2" indent="-285750">
              <a:buFont typeface="Arial" panose="020B0604020202020204" pitchFamily="34" charset="0"/>
              <a:buChar char="•"/>
            </a:pPr>
            <a:r>
              <a:rPr lang="en-US" dirty="0">
                <a:solidFill>
                  <a:schemeClr val="accent2">
                    <a:lumMod val="20000"/>
                    <a:lumOff val="80000"/>
                  </a:schemeClr>
                </a:solidFill>
              </a:rPr>
              <a:t>Foreign key and primary key constraints not supported</a:t>
            </a:r>
          </a:p>
          <a:p>
            <a:pPr marL="1200150" lvl="2" indent="-285750">
              <a:buFont typeface="Arial" panose="020B0604020202020204" pitchFamily="34" charset="0"/>
              <a:buChar char="•"/>
            </a:pPr>
            <a:r>
              <a:rPr lang="en-US" dirty="0">
                <a:solidFill>
                  <a:schemeClr val="accent2">
                    <a:lumMod val="20000"/>
                    <a:lumOff val="80000"/>
                  </a:schemeClr>
                </a:solidFill>
              </a:rPr>
              <a:t>Most function other than the new Vector type functions will not work correctly</a:t>
            </a:r>
          </a:p>
          <a:p>
            <a:pPr marL="1200150" lvl="2" indent="-285750">
              <a:buFont typeface="Arial" panose="020B0604020202020204" pitchFamily="34" charset="0"/>
              <a:buChar char="•"/>
            </a:pPr>
            <a:r>
              <a:rPr lang="en-US" dirty="0">
                <a:solidFill>
                  <a:schemeClr val="accent2">
                    <a:lumMod val="20000"/>
                    <a:lumOff val="80000"/>
                  </a:schemeClr>
                </a:solidFill>
              </a:rPr>
              <a:t>Memory-Optimized table not support</a:t>
            </a:r>
          </a:p>
          <a:p>
            <a:pPr marL="1200150" lvl="2" indent="-285750">
              <a:buFont typeface="Arial" panose="020B0604020202020204" pitchFamily="34" charset="0"/>
              <a:buChar char="•"/>
            </a:pPr>
            <a:r>
              <a:rPr lang="en-US" dirty="0">
                <a:solidFill>
                  <a:schemeClr val="accent2">
                    <a:lumMod val="20000"/>
                    <a:lumOff val="80000"/>
                  </a:schemeClr>
                </a:solidFill>
              </a:rPr>
              <a:t>Always Encrypted not support</a:t>
            </a:r>
          </a:p>
          <a:p>
            <a:pPr marL="1200150" lvl="2" indent="-285750">
              <a:buFont typeface="Arial" panose="020B0604020202020204" pitchFamily="34" charset="0"/>
              <a:buChar char="•"/>
            </a:pPr>
            <a:r>
              <a:rPr lang="en-US" dirty="0">
                <a:solidFill>
                  <a:schemeClr val="accent2">
                    <a:lumMod val="20000"/>
                    <a:lumOff val="80000"/>
                  </a:schemeClr>
                </a:solidFill>
              </a:rPr>
              <a:t>No indexes expect for new vector index type on vector columns</a:t>
            </a:r>
          </a:p>
          <a:p>
            <a:pPr lvl="1"/>
            <a:endParaRPr lang="en-US" dirty="0">
              <a:solidFill>
                <a:schemeClr val="accent2">
                  <a:lumMod val="20000"/>
                  <a:lumOff val="80000"/>
                </a:schemeClr>
              </a:solidFill>
            </a:endParaRPr>
          </a:p>
          <a:p>
            <a:pPr lvl="1"/>
            <a:r>
              <a:rPr lang="en-US" dirty="0">
                <a:solidFill>
                  <a:schemeClr val="accent2">
                    <a:lumMod val="20000"/>
                    <a:lumOff val="80000"/>
                  </a:schemeClr>
                </a:solidFill>
              </a:rPr>
              <a:t>New Vector index using </a:t>
            </a:r>
            <a:r>
              <a:rPr lang="en-US" dirty="0" err="1">
                <a:solidFill>
                  <a:schemeClr val="accent2">
                    <a:lumMod val="20000"/>
                    <a:lumOff val="80000"/>
                  </a:schemeClr>
                </a:solidFill>
              </a:rPr>
              <a:t>DiskANN</a:t>
            </a:r>
            <a:endParaRPr lang="en-US" dirty="0">
              <a:solidFill>
                <a:schemeClr val="accent2">
                  <a:lumMod val="20000"/>
                  <a:lumOff val="80000"/>
                </a:schemeClr>
              </a:solidFill>
            </a:endParaRPr>
          </a:p>
          <a:p>
            <a:pPr lvl="1"/>
            <a:endParaRPr lang="en-US" dirty="0">
              <a:solidFill>
                <a:schemeClr val="accent2">
                  <a:lumMod val="20000"/>
                  <a:lumOff val="80000"/>
                </a:schemeClr>
              </a:solidFill>
            </a:endParaRPr>
          </a:p>
          <a:p>
            <a:pPr lvl="1"/>
            <a:endParaRPr lang="en-US" dirty="0">
              <a:solidFill>
                <a:schemeClr val="accent2">
                  <a:lumMod val="20000"/>
                  <a:lumOff val="80000"/>
                </a:schemeClr>
              </a:solidFill>
            </a:endParaRPr>
          </a:p>
          <a:p>
            <a:pPr lvl="1"/>
            <a:endParaRPr lang="en-US" dirty="0">
              <a:solidFill>
                <a:schemeClr val="accent2">
                  <a:lumMod val="20000"/>
                  <a:lumOff val="80000"/>
                </a:schemeClr>
              </a:solidFill>
            </a:endParaRPr>
          </a:p>
          <a:p>
            <a:endParaRPr lang="en-US" dirty="0"/>
          </a:p>
        </p:txBody>
      </p:sp>
    </p:spTree>
    <p:extLst>
      <p:ext uri="{BB962C8B-B14F-4D97-AF65-F5344CB8AC3E}">
        <p14:creationId xmlns:p14="http://schemas.microsoft.com/office/powerpoint/2010/main" val="582232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C5A32-2572-96A5-EBB3-09019F61350F}"/>
              </a:ext>
            </a:extLst>
          </p:cNvPr>
          <p:cNvSpPr>
            <a:spLocks noGrp="1"/>
          </p:cNvSpPr>
          <p:nvPr>
            <p:ph type="title"/>
          </p:nvPr>
        </p:nvSpPr>
        <p:spPr>
          <a:xfrm>
            <a:off x="321869" y="579120"/>
            <a:ext cx="11548261" cy="482764"/>
          </a:xfrm>
        </p:spPr>
        <p:txBody>
          <a:bodyPr/>
          <a:lstStyle/>
          <a:p>
            <a:r>
              <a:rPr lang="en-US" dirty="0"/>
              <a:t>Demo Setup</a:t>
            </a:r>
          </a:p>
        </p:txBody>
      </p:sp>
      <p:sp>
        <p:nvSpPr>
          <p:cNvPr id="4" name="Slide Number Placeholder 3">
            <a:extLst>
              <a:ext uri="{FF2B5EF4-FFF2-40B4-BE49-F238E27FC236}">
                <a16:creationId xmlns:a16="http://schemas.microsoft.com/office/drawing/2014/main" id="{2A810734-4519-D94F-D397-E200457B763D}"/>
              </a:ext>
            </a:extLst>
          </p:cNvPr>
          <p:cNvSpPr>
            <a:spLocks noGrp="1"/>
          </p:cNvSpPr>
          <p:nvPr>
            <p:ph type="sldNum" sz="quarter" idx="12"/>
          </p:nvPr>
        </p:nvSpPr>
        <p:spPr/>
        <p:txBody>
          <a:bodyPr/>
          <a:lstStyle/>
          <a:p>
            <a:fld id="{FE024F78-56A6-7740-B68D-8D4D026EDF3F}" type="slidenum">
              <a:rPr lang="en-US" smtClean="0"/>
              <a:pPr/>
              <a:t>7</a:t>
            </a:fld>
            <a:endParaRPr lang="en-US" dirty="0"/>
          </a:p>
        </p:txBody>
      </p:sp>
      <p:sp>
        <p:nvSpPr>
          <p:cNvPr id="5" name="TextBox 4">
            <a:extLst>
              <a:ext uri="{FF2B5EF4-FFF2-40B4-BE49-F238E27FC236}">
                <a16:creationId xmlns:a16="http://schemas.microsoft.com/office/drawing/2014/main" id="{96D9EF59-16FB-1C65-3A5C-E878ADEA2979}"/>
              </a:ext>
            </a:extLst>
          </p:cNvPr>
          <p:cNvSpPr txBox="1"/>
          <p:nvPr/>
        </p:nvSpPr>
        <p:spPr>
          <a:xfrm>
            <a:off x="924231" y="1297858"/>
            <a:ext cx="7806813" cy="3139321"/>
          </a:xfrm>
          <a:prstGeom prst="rect">
            <a:avLst/>
          </a:prstGeom>
          <a:noFill/>
        </p:spPr>
        <p:txBody>
          <a:bodyPr wrap="square" rtlCol="0">
            <a:spAutoFit/>
          </a:bodyPr>
          <a:lstStyle/>
          <a:p>
            <a:pPr marL="285750" indent="-285750">
              <a:buFont typeface="Arial" panose="020B0604020202020204" pitchFamily="34" charset="0"/>
              <a:buChar char="•"/>
            </a:pPr>
            <a:r>
              <a:rPr lang="en-US" u="sng" dirty="0">
                <a:solidFill>
                  <a:schemeClr val="accent2">
                    <a:lumMod val="20000"/>
                    <a:lumOff val="80000"/>
                  </a:schemeClr>
                </a:solidFill>
              </a:rPr>
              <a:t>SQL 2025 Developer Edition</a:t>
            </a:r>
          </a:p>
          <a:p>
            <a:pPr marL="285750" indent="-285750">
              <a:buFont typeface="Arial" panose="020B0604020202020204" pitchFamily="34" charset="0"/>
              <a:buChar char="•"/>
            </a:pPr>
            <a:r>
              <a:rPr lang="en-US" u="sng" dirty="0">
                <a:solidFill>
                  <a:schemeClr val="accent2">
                    <a:lumMod val="20000"/>
                    <a:lumOff val="80000"/>
                  </a:schemeClr>
                </a:solidFill>
              </a:rPr>
              <a:t>SQL Server Management Studio version 22</a:t>
            </a:r>
          </a:p>
          <a:p>
            <a:pPr marL="285750" indent="-285750">
              <a:buFont typeface="Arial" panose="020B0604020202020204" pitchFamily="34" charset="0"/>
              <a:buChar char="•"/>
            </a:pPr>
            <a:r>
              <a:rPr lang="en-US" u="sng" dirty="0">
                <a:solidFill>
                  <a:schemeClr val="accent2">
                    <a:lumMod val="20000"/>
                    <a:lumOff val="80000"/>
                  </a:schemeClr>
                </a:solidFill>
              </a:rPr>
              <a:t>Ollama (local model)</a:t>
            </a:r>
          </a:p>
          <a:p>
            <a:pPr marL="285750" indent="-285750">
              <a:buFont typeface="Arial" panose="020B0604020202020204" pitchFamily="34" charset="0"/>
              <a:buChar char="•"/>
            </a:pPr>
            <a:r>
              <a:rPr lang="en-US" u="sng" dirty="0">
                <a:solidFill>
                  <a:schemeClr val="accent2">
                    <a:lumMod val="20000"/>
                    <a:lumOff val="80000"/>
                  </a:schemeClr>
                </a:solidFill>
              </a:rPr>
              <a:t>OpenSSL (generate certificate)</a:t>
            </a:r>
          </a:p>
          <a:p>
            <a:pPr marL="285750" indent="-285750">
              <a:buFont typeface="Arial" panose="020B0604020202020204" pitchFamily="34" charset="0"/>
              <a:buChar char="•"/>
            </a:pPr>
            <a:r>
              <a:rPr lang="en-US" u="sng" dirty="0">
                <a:solidFill>
                  <a:schemeClr val="accent2">
                    <a:lumMod val="20000"/>
                    <a:lumOff val="80000"/>
                  </a:schemeClr>
                </a:solidFill>
              </a:rPr>
              <a:t>NGINX (HTTPS service)</a:t>
            </a:r>
          </a:p>
          <a:p>
            <a:pPr marL="285750" indent="-285750">
              <a:buFont typeface="Arial" panose="020B0604020202020204" pitchFamily="34" charset="0"/>
              <a:buChar char="•"/>
            </a:pPr>
            <a:r>
              <a:rPr lang="en-US" u="sng" dirty="0">
                <a:solidFill>
                  <a:schemeClr val="accent2">
                    <a:lumMod val="20000"/>
                    <a:lumOff val="80000"/>
                  </a:schemeClr>
                </a:solidFill>
              </a:rPr>
              <a:t>POSTMAN (test https post)</a:t>
            </a:r>
          </a:p>
          <a:p>
            <a:pPr marL="285750" indent="-285750">
              <a:buFont typeface="Arial" panose="020B0604020202020204" pitchFamily="34" charset="0"/>
              <a:buChar char="•"/>
            </a:pPr>
            <a:r>
              <a:rPr lang="en-US" u="sng" dirty="0">
                <a:solidFill>
                  <a:schemeClr val="accent2">
                    <a:lumMod val="20000"/>
                    <a:lumOff val="80000"/>
                  </a:schemeClr>
                </a:solidFill>
              </a:rPr>
              <a:t>SP_CONFIGURE</a:t>
            </a:r>
          </a:p>
          <a:p>
            <a:pPr marL="285750" indent="-285750">
              <a:buFont typeface="Arial" panose="020B0604020202020204" pitchFamily="34" charset="0"/>
              <a:buChar char="•"/>
            </a:pPr>
            <a:r>
              <a:rPr lang="en-US" u="sng" dirty="0">
                <a:solidFill>
                  <a:schemeClr val="accent2">
                    <a:lumMod val="20000"/>
                    <a:lumOff val="80000"/>
                  </a:schemeClr>
                </a:solidFill>
              </a:rPr>
              <a:t>	external rest endpoint enabled</a:t>
            </a:r>
          </a:p>
          <a:p>
            <a:pPr marL="285750" indent="-285750">
              <a:buFont typeface="Arial" panose="020B0604020202020204" pitchFamily="34" charset="0"/>
              <a:buChar char="•"/>
            </a:pPr>
            <a:r>
              <a:rPr lang="en-US" u="sng" dirty="0">
                <a:solidFill>
                  <a:schemeClr val="accent2">
                    <a:lumMod val="20000"/>
                    <a:lumOff val="80000"/>
                  </a:schemeClr>
                </a:solidFill>
              </a:rPr>
              <a:t>Create External Model</a:t>
            </a:r>
          </a:p>
          <a:p>
            <a:pPr marL="285750" indent="-285750">
              <a:buFont typeface="Arial" panose="020B0604020202020204" pitchFamily="34" charset="0"/>
              <a:buChar char="•"/>
            </a:pPr>
            <a:r>
              <a:rPr lang="en-US" u="sng" dirty="0">
                <a:solidFill>
                  <a:schemeClr val="accent2">
                    <a:lumMod val="20000"/>
                    <a:lumOff val="80000"/>
                  </a:schemeClr>
                </a:solidFill>
              </a:rPr>
              <a:t>AI_GENERATE_EMBEDDINGS (test model)</a:t>
            </a:r>
          </a:p>
          <a:p>
            <a:endParaRPr lang="en-US" dirty="0"/>
          </a:p>
        </p:txBody>
      </p:sp>
    </p:spTree>
    <p:extLst>
      <p:ext uri="{BB962C8B-B14F-4D97-AF65-F5344CB8AC3E}">
        <p14:creationId xmlns:p14="http://schemas.microsoft.com/office/powerpoint/2010/main" val="1587207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260D053B-A40A-3228-B6D5-3371B9EE2E56}"/>
              </a:ext>
            </a:extLst>
          </p:cNvPr>
          <p:cNvSpPr>
            <a:spLocks noGrp="1"/>
          </p:cNvSpPr>
          <p:nvPr>
            <p:ph type="subTitle" idx="1"/>
          </p:nvPr>
        </p:nvSpPr>
        <p:spPr>
          <a:xfrm>
            <a:off x="321868" y="3484615"/>
            <a:ext cx="11562303" cy="2387865"/>
          </a:xfrm>
        </p:spPr>
        <p:txBody>
          <a:bodyPr/>
          <a:lstStyle/>
          <a:p>
            <a:r>
              <a:rPr lang="en-US" dirty="0"/>
              <a:t>Vector Demo</a:t>
            </a:r>
          </a:p>
        </p:txBody>
      </p:sp>
      <p:sp>
        <p:nvSpPr>
          <p:cNvPr id="3" name="Slide Number Placeholder 2">
            <a:extLst>
              <a:ext uri="{FF2B5EF4-FFF2-40B4-BE49-F238E27FC236}">
                <a16:creationId xmlns:a16="http://schemas.microsoft.com/office/drawing/2014/main" id="{A6A971A9-0C5C-DDFC-67F9-2E5A55F12F67}"/>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8</a:t>
            </a:fld>
            <a:endParaRPr lang="en-US" dirty="0"/>
          </a:p>
        </p:txBody>
      </p:sp>
      <p:sp>
        <p:nvSpPr>
          <p:cNvPr id="6" name="Title 5">
            <a:extLst>
              <a:ext uri="{FF2B5EF4-FFF2-40B4-BE49-F238E27FC236}">
                <a16:creationId xmlns:a16="http://schemas.microsoft.com/office/drawing/2014/main" id="{C4899B60-87A1-1D6B-E090-52C6F97BCC72}"/>
              </a:ext>
            </a:extLst>
          </p:cNvPr>
          <p:cNvSpPr>
            <a:spLocks noGrp="1"/>
          </p:cNvSpPr>
          <p:nvPr>
            <p:ph type="title"/>
          </p:nvPr>
        </p:nvSpPr>
        <p:spPr/>
        <p:txBody>
          <a:bodyPr/>
          <a:lstStyle/>
          <a:p>
            <a:r>
              <a:rPr lang="en-US" dirty="0"/>
              <a:t>Basic</a:t>
            </a:r>
          </a:p>
        </p:txBody>
      </p:sp>
    </p:spTree>
    <p:extLst>
      <p:ext uri="{BB962C8B-B14F-4D97-AF65-F5344CB8AC3E}">
        <p14:creationId xmlns:p14="http://schemas.microsoft.com/office/powerpoint/2010/main" val="1397193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3BA05-8292-8036-4638-B6C9D9C49311}"/>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E2C49E47-25FF-8858-00AF-45AB41BFB913}"/>
              </a:ext>
            </a:extLst>
          </p:cNvPr>
          <p:cNvSpPr>
            <a:spLocks noGrp="1"/>
          </p:cNvSpPr>
          <p:nvPr>
            <p:ph type="subTitle" idx="1"/>
          </p:nvPr>
        </p:nvSpPr>
        <p:spPr>
          <a:xfrm>
            <a:off x="321868" y="3484615"/>
            <a:ext cx="11562303" cy="2387865"/>
          </a:xfrm>
        </p:spPr>
        <p:txBody>
          <a:bodyPr/>
          <a:lstStyle/>
          <a:p>
            <a:r>
              <a:rPr lang="en-US" dirty="0"/>
              <a:t>Vector Demo</a:t>
            </a:r>
          </a:p>
        </p:txBody>
      </p:sp>
      <p:sp>
        <p:nvSpPr>
          <p:cNvPr id="3" name="Slide Number Placeholder 2">
            <a:extLst>
              <a:ext uri="{FF2B5EF4-FFF2-40B4-BE49-F238E27FC236}">
                <a16:creationId xmlns:a16="http://schemas.microsoft.com/office/drawing/2014/main" id="{BAFC85C7-C248-CD85-78E8-3EFF86F4459D}"/>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9</a:t>
            </a:fld>
            <a:endParaRPr lang="en-US" dirty="0"/>
          </a:p>
        </p:txBody>
      </p:sp>
      <p:sp>
        <p:nvSpPr>
          <p:cNvPr id="6" name="Title 5">
            <a:extLst>
              <a:ext uri="{FF2B5EF4-FFF2-40B4-BE49-F238E27FC236}">
                <a16:creationId xmlns:a16="http://schemas.microsoft.com/office/drawing/2014/main" id="{B501F9F2-6D3B-BC2E-57E0-E63F5B004867}"/>
              </a:ext>
            </a:extLst>
          </p:cNvPr>
          <p:cNvSpPr>
            <a:spLocks noGrp="1"/>
          </p:cNvSpPr>
          <p:nvPr>
            <p:ph type="title"/>
          </p:nvPr>
        </p:nvSpPr>
        <p:spPr/>
        <p:txBody>
          <a:bodyPr/>
          <a:lstStyle/>
          <a:p>
            <a:r>
              <a:rPr lang="en-US" dirty="0"/>
              <a:t>LLM SETUP</a:t>
            </a:r>
          </a:p>
        </p:txBody>
      </p:sp>
    </p:spTree>
    <p:extLst>
      <p:ext uri="{BB962C8B-B14F-4D97-AF65-F5344CB8AC3E}">
        <p14:creationId xmlns:p14="http://schemas.microsoft.com/office/powerpoint/2010/main" val="3587703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06955-8A65-AC52-2B81-EAAD15928D81}"/>
            </a:ext>
          </a:extLst>
        </p:cNvPr>
        <p:cNvGrpSpPr/>
        <p:nvPr/>
      </p:nvGrpSpPr>
      <p:grpSpPr>
        <a:xfrm>
          <a:off x="0" y="0"/>
          <a:ext cx="0" cy="0"/>
          <a:chOff x="0" y="0"/>
          <a:chExt cx="0" cy="0"/>
        </a:xfrm>
      </p:grpSpPr>
      <p:sp>
        <p:nvSpPr>
          <p:cNvPr id="4" name="Subtitle 3">
            <a:extLst>
              <a:ext uri="{FF2B5EF4-FFF2-40B4-BE49-F238E27FC236}">
                <a16:creationId xmlns:a16="http://schemas.microsoft.com/office/drawing/2014/main" id="{4722C5E9-86A7-4A8C-1E8F-91180A5771B3}"/>
              </a:ext>
            </a:extLst>
          </p:cNvPr>
          <p:cNvSpPr>
            <a:spLocks noGrp="1"/>
          </p:cNvSpPr>
          <p:nvPr>
            <p:ph type="subTitle" idx="1"/>
          </p:nvPr>
        </p:nvSpPr>
        <p:spPr>
          <a:xfrm>
            <a:off x="321868" y="3484615"/>
            <a:ext cx="11562303" cy="2387865"/>
          </a:xfrm>
        </p:spPr>
        <p:txBody>
          <a:bodyPr/>
          <a:lstStyle/>
          <a:p>
            <a:r>
              <a:rPr lang="en-US" dirty="0"/>
              <a:t>Vector Demo</a:t>
            </a:r>
          </a:p>
        </p:txBody>
      </p:sp>
      <p:sp>
        <p:nvSpPr>
          <p:cNvPr id="3" name="Slide Number Placeholder 2">
            <a:extLst>
              <a:ext uri="{FF2B5EF4-FFF2-40B4-BE49-F238E27FC236}">
                <a16:creationId xmlns:a16="http://schemas.microsoft.com/office/drawing/2014/main" id="{A4C6E5DB-2FBF-DBCF-9FC7-5DFDE7D4CD58}"/>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10</a:t>
            </a:fld>
            <a:endParaRPr lang="en-US" dirty="0"/>
          </a:p>
        </p:txBody>
      </p:sp>
      <p:sp>
        <p:nvSpPr>
          <p:cNvPr id="6" name="Title 5">
            <a:extLst>
              <a:ext uri="{FF2B5EF4-FFF2-40B4-BE49-F238E27FC236}">
                <a16:creationId xmlns:a16="http://schemas.microsoft.com/office/drawing/2014/main" id="{71E7E31B-C6C2-4E6B-6592-038441F8BBB5}"/>
              </a:ext>
            </a:extLst>
          </p:cNvPr>
          <p:cNvSpPr>
            <a:spLocks noGrp="1"/>
          </p:cNvSpPr>
          <p:nvPr>
            <p:ph type="title"/>
          </p:nvPr>
        </p:nvSpPr>
        <p:spPr/>
        <p:txBody>
          <a:bodyPr/>
          <a:lstStyle/>
          <a:p>
            <a:r>
              <a:rPr lang="en-US" dirty="0"/>
              <a:t>Advance</a:t>
            </a:r>
          </a:p>
        </p:txBody>
      </p:sp>
    </p:spTree>
    <p:extLst>
      <p:ext uri="{BB962C8B-B14F-4D97-AF65-F5344CB8AC3E}">
        <p14:creationId xmlns:p14="http://schemas.microsoft.com/office/powerpoint/2010/main" val="1684862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F6BEE-2C99-F73D-2CAA-751771FB196A}"/>
              </a:ext>
            </a:extLst>
          </p:cNvPr>
          <p:cNvSpPr>
            <a:spLocks noGrp="1"/>
          </p:cNvSpPr>
          <p:nvPr>
            <p:ph type="title"/>
          </p:nvPr>
        </p:nvSpPr>
        <p:spPr>
          <a:xfrm>
            <a:off x="321869" y="579120"/>
            <a:ext cx="11548261" cy="482764"/>
          </a:xfrm>
        </p:spPr>
        <p:txBody>
          <a:bodyPr/>
          <a:lstStyle/>
          <a:p>
            <a:r>
              <a:rPr lang="en-US" dirty="0"/>
              <a:t>Resources</a:t>
            </a:r>
          </a:p>
        </p:txBody>
      </p:sp>
      <p:sp>
        <p:nvSpPr>
          <p:cNvPr id="4" name="Slide Number Placeholder 3">
            <a:extLst>
              <a:ext uri="{FF2B5EF4-FFF2-40B4-BE49-F238E27FC236}">
                <a16:creationId xmlns:a16="http://schemas.microsoft.com/office/drawing/2014/main" id="{18E0EC23-84B4-4DEC-6A15-37945305D152}"/>
              </a:ext>
            </a:extLst>
          </p:cNvPr>
          <p:cNvSpPr>
            <a:spLocks noGrp="1"/>
          </p:cNvSpPr>
          <p:nvPr>
            <p:ph type="sldNum" sz="quarter" idx="12"/>
          </p:nvPr>
        </p:nvSpPr>
        <p:spPr/>
        <p:txBody>
          <a:bodyPr/>
          <a:lstStyle/>
          <a:p>
            <a:fld id="{FE024F78-56A6-7740-B68D-8D4D026EDF3F}" type="slidenum">
              <a:rPr lang="en-US" smtClean="0"/>
              <a:pPr/>
              <a:t>11</a:t>
            </a:fld>
            <a:endParaRPr lang="en-US" dirty="0"/>
          </a:p>
        </p:txBody>
      </p:sp>
      <p:graphicFrame>
        <p:nvGraphicFramePr>
          <p:cNvPr id="6" name="Table 5">
            <a:extLst>
              <a:ext uri="{FF2B5EF4-FFF2-40B4-BE49-F238E27FC236}">
                <a16:creationId xmlns:a16="http://schemas.microsoft.com/office/drawing/2014/main" id="{58B0B949-A0A2-4B32-DA4F-56926AF75BE9}"/>
              </a:ext>
            </a:extLst>
          </p:cNvPr>
          <p:cNvGraphicFramePr>
            <a:graphicFrameLocks noGrp="1"/>
          </p:cNvGraphicFramePr>
          <p:nvPr>
            <p:extLst>
              <p:ext uri="{D42A27DB-BD31-4B8C-83A1-F6EECF244321}">
                <p14:modId xmlns:p14="http://schemas.microsoft.com/office/powerpoint/2010/main" val="1646016210"/>
              </p:ext>
            </p:extLst>
          </p:nvPr>
        </p:nvGraphicFramePr>
        <p:xfrm>
          <a:off x="816076" y="1198005"/>
          <a:ext cx="10628671" cy="4480560"/>
        </p:xfrm>
        <a:graphic>
          <a:graphicData uri="http://schemas.openxmlformats.org/drawingml/2006/table">
            <a:tbl>
              <a:tblPr firstRow="1" bandRow="1">
                <a:tableStyleId>{10A1B5D5-9B99-4C35-A422-299274C87663}</a:tableStyleId>
              </a:tblPr>
              <a:tblGrid>
                <a:gridCol w="2110545">
                  <a:extLst>
                    <a:ext uri="{9D8B030D-6E8A-4147-A177-3AD203B41FA5}">
                      <a16:colId xmlns:a16="http://schemas.microsoft.com/office/drawing/2014/main" val="1685081032"/>
                    </a:ext>
                  </a:extLst>
                </a:gridCol>
                <a:gridCol w="8518126">
                  <a:extLst>
                    <a:ext uri="{9D8B030D-6E8A-4147-A177-3AD203B41FA5}">
                      <a16:colId xmlns:a16="http://schemas.microsoft.com/office/drawing/2014/main" val="3406749549"/>
                    </a:ext>
                  </a:extLst>
                </a:gridCol>
              </a:tblGrid>
              <a:tr h="289223">
                <a:tc>
                  <a:txBody>
                    <a:bodyPr/>
                    <a:lstStyle/>
                    <a:p>
                      <a:r>
                        <a:rPr lang="en-US" dirty="0"/>
                        <a:t>Name</a:t>
                      </a:r>
                    </a:p>
                  </a:txBody>
                  <a:tcPr/>
                </a:tc>
                <a:tc>
                  <a:txBody>
                    <a:bodyPr/>
                    <a:lstStyle/>
                    <a:p>
                      <a:r>
                        <a:rPr lang="en-US" dirty="0"/>
                        <a:t>URL</a:t>
                      </a:r>
                    </a:p>
                  </a:txBody>
                  <a:tcPr/>
                </a:tc>
                <a:extLst>
                  <a:ext uri="{0D108BD9-81ED-4DB2-BD59-A6C34878D82A}">
                    <a16:rowId xmlns:a16="http://schemas.microsoft.com/office/drawing/2014/main" val="1517127147"/>
                  </a:ext>
                </a:extLst>
              </a:tr>
              <a:tr h="289223">
                <a:tc>
                  <a:txBody>
                    <a:bodyPr/>
                    <a:lstStyle/>
                    <a:p>
                      <a:r>
                        <a:rPr lang="en-US" dirty="0" err="1"/>
                        <a:t>Github</a:t>
                      </a:r>
                      <a:endParaRPr lang="en-US" dirty="0"/>
                    </a:p>
                  </a:txBody>
                  <a:tcPr/>
                </a:tc>
                <a:tc>
                  <a:txBody>
                    <a:bodyPr/>
                    <a:lstStyle/>
                    <a:p>
                      <a:r>
                        <a:rPr lang="en-US" dirty="0"/>
                        <a:t>https://github.com/sqlbouncer/PSSUG_202512</a:t>
                      </a:r>
                    </a:p>
                  </a:txBody>
                  <a:tcPr/>
                </a:tc>
                <a:extLst>
                  <a:ext uri="{0D108BD9-81ED-4DB2-BD59-A6C34878D82A}">
                    <a16:rowId xmlns:a16="http://schemas.microsoft.com/office/drawing/2014/main" val="2750236085"/>
                  </a:ext>
                </a:extLst>
              </a:tr>
              <a:tr h="289223">
                <a:tc>
                  <a:txBody>
                    <a:bodyPr/>
                    <a:lstStyle/>
                    <a:p>
                      <a:r>
                        <a:rPr lang="en-US" dirty="0"/>
                        <a:t>What New in SQL 2025</a:t>
                      </a:r>
                    </a:p>
                  </a:txBody>
                  <a:tcPr/>
                </a:tc>
                <a:tc>
                  <a:txBody>
                    <a:bodyPr/>
                    <a:lstStyle/>
                    <a:p>
                      <a:r>
                        <a:rPr lang="en-US" dirty="0"/>
                        <a:t>https://learn.microsoft.com/en-us/sql/sql-server/what-s-new-in-sql-server-2025?view=sql-server-ver17</a:t>
                      </a:r>
                    </a:p>
                  </a:txBody>
                  <a:tcPr/>
                </a:tc>
                <a:extLst>
                  <a:ext uri="{0D108BD9-81ED-4DB2-BD59-A6C34878D82A}">
                    <a16:rowId xmlns:a16="http://schemas.microsoft.com/office/drawing/2014/main" val="1983680909"/>
                  </a:ext>
                </a:extLst>
              </a:tr>
              <a:tr h="289223">
                <a:tc>
                  <a:txBody>
                    <a:bodyPr/>
                    <a:lstStyle/>
                    <a:p>
                      <a:r>
                        <a:rPr lang="en-US" dirty="0"/>
                        <a:t>Ollama</a:t>
                      </a:r>
                    </a:p>
                  </a:txBody>
                  <a:tcPr/>
                </a:tc>
                <a:tc>
                  <a:txBody>
                    <a:bodyPr/>
                    <a:lstStyle/>
                    <a:p>
                      <a:r>
                        <a:rPr lang="en-US" dirty="0"/>
                        <a:t>https://ollama.com/download</a:t>
                      </a:r>
                    </a:p>
                  </a:txBody>
                  <a:tcPr/>
                </a:tc>
                <a:extLst>
                  <a:ext uri="{0D108BD9-81ED-4DB2-BD59-A6C34878D82A}">
                    <a16:rowId xmlns:a16="http://schemas.microsoft.com/office/drawing/2014/main" val="1293251008"/>
                  </a:ext>
                </a:extLst>
              </a:tr>
              <a:tr h="289223">
                <a:tc>
                  <a:txBody>
                    <a:bodyPr/>
                    <a:lstStyle/>
                    <a:p>
                      <a:r>
                        <a:rPr lang="en-US" dirty="0"/>
                        <a:t>OpenSSL</a:t>
                      </a:r>
                    </a:p>
                  </a:txBody>
                  <a:tcPr/>
                </a:tc>
                <a:tc>
                  <a:txBody>
                    <a:bodyPr/>
                    <a:lstStyle/>
                    <a:p>
                      <a:r>
                        <a:rPr lang="en-US" dirty="0"/>
                        <a:t>https://slproweb.com/products/Win32OpenSSL.html</a:t>
                      </a:r>
                    </a:p>
                  </a:txBody>
                  <a:tcPr/>
                </a:tc>
                <a:extLst>
                  <a:ext uri="{0D108BD9-81ED-4DB2-BD59-A6C34878D82A}">
                    <a16:rowId xmlns:a16="http://schemas.microsoft.com/office/drawing/2014/main" val="1317910306"/>
                  </a:ext>
                </a:extLst>
              </a:tr>
              <a:tr h="289223">
                <a:tc>
                  <a:txBody>
                    <a:bodyPr/>
                    <a:lstStyle/>
                    <a:p>
                      <a:r>
                        <a:rPr lang="en-US" dirty="0"/>
                        <a:t>Nginx</a:t>
                      </a:r>
                    </a:p>
                  </a:txBody>
                  <a:tcPr/>
                </a:tc>
                <a:tc>
                  <a:txBody>
                    <a:bodyPr/>
                    <a:lstStyle/>
                    <a:p>
                      <a:r>
                        <a:rPr lang="en-US" dirty="0"/>
                        <a:t>https://nginx.org/en/download.html</a:t>
                      </a:r>
                    </a:p>
                  </a:txBody>
                  <a:tcPr/>
                </a:tc>
                <a:extLst>
                  <a:ext uri="{0D108BD9-81ED-4DB2-BD59-A6C34878D82A}">
                    <a16:rowId xmlns:a16="http://schemas.microsoft.com/office/drawing/2014/main" val="1488837527"/>
                  </a:ext>
                </a:extLst>
              </a:tr>
              <a:tr h="289223">
                <a:tc>
                  <a:txBody>
                    <a:bodyPr/>
                    <a:lstStyle/>
                    <a:p>
                      <a:r>
                        <a:rPr lang="en-US" dirty="0"/>
                        <a:t>Postman</a:t>
                      </a:r>
                    </a:p>
                  </a:txBody>
                  <a:tcPr/>
                </a:tc>
                <a:tc>
                  <a:txBody>
                    <a:bodyPr/>
                    <a:lstStyle/>
                    <a:p>
                      <a:r>
                        <a:rPr lang="en-US" dirty="0"/>
                        <a:t>https://www.postman.com/downloads/</a:t>
                      </a:r>
                    </a:p>
                  </a:txBody>
                  <a:tcPr/>
                </a:tc>
                <a:extLst>
                  <a:ext uri="{0D108BD9-81ED-4DB2-BD59-A6C34878D82A}">
                    <a16:rowId xmlns:a16="http://schemas.microsoft.com/office/drawing/2014/main" val="3380177094"/>
                  </a:ext>
                </a:extLst>
              </a:tr>
              <a:tr h="289223">
                <a:tc>
                  <a:txBody>
                    <a:bodyPr/>
                    <a:lstStyle/>
                    <a:p>
                      <a:r>
                        <a:rPr lang="en-US" dirty="0"/>
                        <a:t>Demo2</a:t>
                      </a:r>
                    </a:p>
                  </a:txBody>
                  <a:tcPr/>
                </a:tc>
                <a:tc>
                  <a:txBody>
                    <a:bodyPr/>
                    <a:lstStyle/>
                    <a:p>
                      <a:r>
                        <a:rPr lang="en-US" dirty="0"/>
                        <a:t>https://www.mssqltips.com/sqlservertip/8285/sql-server-semantic-search-using-ai-features/</a:t>
                      </a:r>
                    </a:p>
                  </a:txBody>
                  <a:tcPr/>
                </a:tc>
                <a:extLst>
                  <a:ext uri="{0D108BD9-81ED-4DB2-BD59-A6C34878D82A}">
                    <a16:rowId xmlns:a16="http://schemas.microsoft.com/office/drawing/2014/main" val="975484746"/>
                  </a:ext>
                </a:extLst>
              </a:tr>
              <a:tr h="289223">
                <a:tc>
                  <a:txBody>
                    <a:bodyPr/>
                    <a:lstStyle/>
                    <a:p>
                      <a:r>
                        <a:rPr lang="en-US" dirty="0"/>
                        <a:t>Demo1 / functions</a:t>
                      </a:r>
                    </a:p>
                  </a:txBody>
                  <a:tcPr/>
                </a:tc>
                <a:tc>
                  <a:txBody>
                    <a:bodyPr/>
                    <a:lstStyle/>
                    <a:p>
                      <a:r>
                        <a:rPr lang="en-US" dirty="0"/>
                        <a:t>https://www.mssqltips.com/sqlservertip/8299/vector-search-in-sql-server/</a:t>
                      </a:r>
                    </a:p>
                  </a:txBody>
                  <a:tcPr/>
                </a:tc>
                <a:extLst>
                  <a:ext uri="{0D108BD9-81ED-4DB2-BD59-A6C34878D82A}">
                    <a16:rowId xmlns:a16="http://schemas.microsoft.com/office/drawing/2014/main" val="2802948102"/>
                  </a:ext>
                </a:extLst>
              </a:tr>
              <a:tr h="289223">
                <a:tc>
                  <a:txBody>
                    <a:bodyPr/>
                    <a:lstStyle/>
                    <a:p>
                      <a:r>
                        <a:rPr lang="en-US" dirty="0" err="1"/>
                        <a:t>DiskAnn</a:t>
                      </a:r>
                      <a:endParaRPr lang="en-US" dirty="0"/>
                    </a:p>
                  </a:txBody>
                  <a:tcPr/>
                </a:tc>
                <a:tc>
                  <a:txBody>
                    <a:bodyPr/>
                    <a:lstStyle/>
                    <a:p>
                      <a:r>
                        <a:rPr lang="en-US" dirty="0"/>
                        <a:t>https://www.microsoft.com/en-us/research/publication/diskann-fast-accurate-billion-point-nearest-neighbor-search-on-a-single-node/</a:t>
                      </a:r>
                    </a:p>
                  </a:txBody>
                  <a:tcPr/>
                </a:tc>
                <a:extLst>
                  <a:ext uri="{0D108BD9-81ED-4DB2-BD59-A6C34878D82A}">
                    <a16:rowId xmlns:a16="http://schemas.microsoft.com/office/drawing/2014/main" val="1227101737"/>
                  </a:ext>
                </a:extLst>
              </a:tr>
            </a:tbl>
          </a:graphicData>
        </a:graphic>
      </p:graphicFrame>
    </p:spTree>
    <p:extLst>
      <p:ext uri="{BB962C8B-B14F-4D97-AF65-F5344CB8AC3E}">
        <p14:creationId xmlns:p14="http://schemas.microsoft.com/office/powerpoint/2010/main" val="2819636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78000">
              <a:schemeClr val="accent6">
                <a:lumMod val="50000"/>
              </a:schemeClr>
            </a:gs>
            <a:gs pos="35040">
              <a:srgbClr val="020B11"/>
            </a:gs>
            <a:gs pos="11979">
              <a:schemeClr val="accent4">
                <a:lumMod val="50000"/>
              </a:schemeClr>
            </a:gs>
            <a:gs pos="0">
              <a:schemeClr val="accent4"/>
            </a:gs>
            <a:gs pos="99000">
              <a:schemeClr val="tx2">
                <a:lumMod val="50000"/>
              </a:schemeClr>
            </a:gs>
          </a:gsLst>
          <a:lin ang="7800000" scaled="0"/>
        </a:gradFill>
        <a:effectLst/>
      </p:bgPr>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CE1ABEC8-43FD-4F21-A7D2-70200D86263C}"/>
              </a:ext>
            </a:extLst>
          </p:cNvPr>
          <p:cNvSpPr>
            <a:spLocks noGrp="1"/>
          </p:cNvSpPr>
          <p:nvPr>
            <p:ph type="title"/>
          </p:nvPr>
        </p:nvSpPr>
        <p:spPr>
          <a:xfrm>
            <a:off x="835831" y="173735"/>
            <a:ext cx="4409514" cy="2203704"/>
          </a:xfrm>
        </p:spPr>
        <p:txBody>
          <a:bodyPr/>
          <a:lstStyle/>
          <a:p>
            <a:r>
              <a:rPr lang="en-US" dirty="0"/>
              <a:t>THANK YOU</a:t>
            </a:r>
          </a:p>
        </p:txBody>
      </p:sp>
      <p:sp>
        <p:nvSpPr>
          <p:cNvPr id="14" name="Text Placeholder 2">
            <a:extLst>
              <a:ext uri="{FF2B5EF4-FFF2-40B4-BE49-F238E27FC236}">
                <a16:creationId xmlns:a16="http://schemas.microsoft.com/office/drawing/2014/main" id="{AE5F2E56-9F77-E1C2-EC04-EA959822CA61}"/>
              </a:ext>
            </a:extLst>
          </p:cNvPr>
          <p:cNvSpPr>
            <a:spLocks noGrp="1"/>
          </p:cNvSpPr>
          <p:nvPr>
            <p:ph sz="quarter" idx="14"/>
          </p:nvPr>
        </p:nvSpPr>
        <p:spPr>
          <a:xfrm>
            <a:off x="831850" y="3079119"/>
            <a:ext cx="4413250" cy="2752725"/>
          </a:xfrm>
        </p:spPr>
        <p:txBody>
          <a:bodyPr/>
          <a:lstStyle/>
          <a:p>
            <a:r>
              <a:rPr lang="en-US" dirty="0"/>
              <a:t>Said Salomon</a:t>
            </a:r>
          </a:p>
          <a:p>
            <a:r>
              <a:rPr lang="en-US" dirty="0">
                <a:hlinkClick r:id="rId3"/>
              </a:rPr>
              <a:t>sqlbouncer@sqlbouncer.com</a:t>
            </a:r>
            <a:endParaRPr lang="en-US" dirty="0"/>
          </a:p>
          <a:p>
            <a:r>
              <a:rPr lang="en-US" dirty="0">
                <a:hlinkClick r:id="rId4"/>
              </a:rPr>
              <a:t>https://www.linkedin.com/in/saidsalomonii</a:t>
            </a:r>
            <a:endParaRPr lang="en-US" dirty="0"/>
          </a:p>
          <a:p>
            <a:r>
              <a:rPr lang="en-US" dirty="0"/>
              <a:t>X: </a:t>
            </a:r>
            <a:r>
              <a:rPr lang="en-US" altLang="zh-CN" spc="-1" dirty="0">
                <a:solidFill>
                  <a:srgbClr val="F8F8F8"/>
                </a:solidFill>
                <a:latin typeface="Arial"/>
                <a:ea typeface="Arial"/>
                <a:cs typeface="Arial"/>
              </a:rPr>
              <a:t>@SQLBouncer</a:t>
            </a:r>
            <a:endParaRPr lang="en-US" altLang="zh-CN" dirty="0">
              <a:latin typeface="Arial"/>
              <a:ea typeface="Arial"/>
              <a:cs typeface="Arial"/>
            </a:endParaRPr>
          </a:p>
          <a:p>
            <a:endParaRPr lang="en-US" dirty="0"/>
          </a:p>
          <a:p>
            <a:endParaRPr lang="en-US" dirty="0"/>
          </a:p>
        </p:txBody>
      </p:sp>
    </p:spTree>
    <p:extLst>
      <p:ext uri="{BB962C8B-B14F-4D97-AF65-F5344CB8AC3E}">
        <p14:creationId xmlns:p14="http://schemas.microsoft.com/office/powerpoint/2010/main" val="2395464980"/>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05301E-11B3-4B9D-A588-21F3C980937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3.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{065DD08D-E100-4C9A-9881-F4FCF6FEA3EF}tf11936837_win32</Template>
  <TotalTime>152</TotalTime>
  <Words>531</Words>
  <Application>Microsoft Office PowerPoint</Application>
  <PresentationFormat>Widescreen</PresentationFormat>
  <Paragraphs>105</Paragraphs>
  <Slides>12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Nova</vt:lpstr>
      <vt:lpstr>Biome</vt:lpstr>
      <vt:lpstr>Calibri</vt:lpstr>
      <vt:lpstr>Custom</vt:lpstr>
      <vt:lpstr>What is new in</vt:lpstr>
      <vt:lpstr>PowerPoint Presentation</vt:lpstr>
      <vt:lpstr>Agenda</vt:lpstr>
      <vt:lpstr>PowerPoint Presentation</vt:lpstr>
      <vt:lpstr>What is a Vector</vt:lpstr>
      <vt:lpstr>Vector Data type</vt:lpstr>
      <vt:lpstr>Demo Setup</vt:lpstr>
      <vt:lpstr>Basic</vt:lpstr>
      <vt:lpstr>LLM SETUP</vt:lpstr>
      <vt:lpstr>Advance</vt:lpstr>
      <vt:lpstr>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Said Salomon</dc:creator>
  <cp:lastModifiedBy>Said Salomon</cp:lastModifiedBy>
  <cp:revision>1</cp:revision>
  <dcterms:created xsi:type="dcterms:W3CDTF">2025-10-29T21:29:51Z</dcterms:created>
  <dcterms:modified xsi:type="dcterms:W3CDTF">2025-11-08T21:04:49Z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