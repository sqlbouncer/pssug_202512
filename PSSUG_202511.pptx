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4"/>
  </p:notesMasterIdLst>
  <p:handoutMasterIdLst>
    <p:handoutMasterId r:id="rId25"/>
  </p:handoutMasterIdLst>
  <p:sldIdLst>
    <p:sldId id="342" r:id="rId5"/>
    <p:sldId id="359" r:id="rId6"/>
    <p:sldId id="384" r:id="rId7"/>
    <p:sldId id="386" r:id="rId8"/>
    <p:sldId id="387" r:id="rId9"/>
    <p:sldId id="385" r:id="rId10"/>
    <p:sldId id="373" r:id="rId11"/>
    <p:sldId id="383" r:id="rId12"/>
    <p:sldId id="382" r:id="rId13"/>
    <p:sldId id="374" r:id="rId14"/>
    <p:sldId id="375" r:id="rId15"/>
    <p:sldId id="365" r:id="rId16"/>
    <p:sldId id="376" r:id="rId17"/>
    <p:sldId id="377" r:id="rId18"/>
    <p:sldId id="378" r:id="rId19"/>
    <p:sldId id="379" r:id="rId20"/>
    <p:sldId id="380" r:id="rId21"/>
    <p:sldId id="381" r:id="rId22"/>
    <p:sldId id="372"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3FBFE"/>
    <a:srgbClr val="000000"/>
    <a:srgbClr val="FFFFFF"/>
    <a:srgbClr val="05202E"/>
    <a:srgbClr val="05152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18D176D-675C-4E70-91FC-14F29171721C}" v="14" dt="2025-11-05T22:53:58.621"/>
  </p1510:revLst>
</p1510:revInfo>
</file>

<file path=ppt/tableStyles.xml><?xml version="1.0" encoding="utf-8"?>
<a:tblStyleLst xmlns:a="http://schemas.openxmlformats.org/drawingml/2006/main" def="{10A1B5D5-9B99-4C35-A422-299274C87663}">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5388" autoAdjust="0"/>
  </p:normalViewPr>
  <p:slideViewPr>
    <p:cSldViewPr snapToGrid="0" snapToObjects="1" showGuides="1">
      <p:cViewPr varScale="1">
        <p:scale>
          <a:sx n="97" d="100"/>
          <a:sy n="97" d="100"/>
        </p:scale>
        <p:origin x="384" y="30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snapToObjects="1">
      <p:cViewPr varScale="1">
        <p:scale>
          <a:sx n="67" d="100"/>
          <a:sy n="67" d="100"/>
        </p:scale>
        <p:origin x="3120" y="7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32"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id Salomon" userId="eac27f7e7e547993" providerId="LiveId" clId="{5C6D2034-25CF-4C21-B599-846C40023CBB}"/>
    <pc:docChg chg="undo custSel addSld modSld sldOrd">
      <pc:chgData name="Said Salomon" userId="eac27f7e7e547993" providerId="LiveId" clId="{5C6D2034-25CF-4C21-B599-846C40023CBB}" dt="2025-11-05T23:08:02.739" v="1827" actId="12"/>
      <pc:docMkLst>
        <pc:docMk/>
      </pc:docMkLst>
      <pc:sldChg chg="addSp modSp mod">
        <pc:chgData name="Said Salomon" userId="eac27f7e7e547993" providerId="LiveId" clId="{5C6D2034-25CF-4C21-B599-846C40023CBB}" dt="2025-10-29T21:54:01.109" v="575" actId="1076"/>
        <pc:sldMkLst>
          <pc:docMk/>
          <pc:sldMk cId="2498031464" sldId="342"/>
        </pc:sldMkLst>
        <pc:spChg chg="mod">
          <ac:chgData name="Said Salomon" userId="eac27f7e7e547993" providerId="LiveId" clId="{5C6D2034-25CF-4C21-B599-846C40023CBB}" dt="2025-10-29T21:53:48.419" v="573" actId="20577"/>
          <ac:spMkLst>
            <pc:docMk/>
            <pc:sldMk cId="2498031464" sldId="342"/>
            <ac:spMk id="9" creationId="{2981AB9E-AF0F-CAD0-2DD2-D640FB871E66}"/>
          </ac:spMkLst>
        </pc:spChg>
        <pc:spChg chg="mod">
          <ac:chgData name="Said Salomon" userId="eac27f7e7e547993" providerId="LiveId" clId="{5C6D2034-25CF-4C21-B599-846C40023CBB}" dt="2025-10-29T21:53:37.654" v="565" actId="6549"/>
          <ac:spMkLst>
            <pc:docMk/>
            <pc:sldMk cId="2498031464" sldId="342"/>
            <ac:spMk id="12" creationId="{997874EA-2F67-60CD-631F-5A787057F8CE}"/>
          </ac:spMkLst>
        </pc:spChg>
        <pc:picChg chg="add mod">
          <ac:chgData name="Said Salomon" userId="eac27f7e7e547993" providerId="LiveId" clId="{5C6D2034-25CF-4C21-B599-846C40023CBB}" dt="2025-10-29T21:54:01.109" v="575" actId="1076"/>
          <ac:picMkLst>
            <pc:docMk/>
            <pc:sldMk cId="2498031464" sldId="342"/>
            <ac:picMk id="3" creationId="{80FAE052-9B42-9994-A0CC-6400694DCD1D}"/>
          </ac:picMkLst>
        </pc:picChg>
      </pc:sldChg>
      <pc:sldChg chg="addSp delSp modSp mod setBg modClrScheme chgLayout">
        <pc:chgData name="Said Salomon" userId="eac27f7e7e547993" providerId="LiveId" clId="{5C6D2034-25CF-4C21-B599-846C40023CBB}" dt="2025-10-29T21:51:55.338" v="551" actId="962"/>
        <pc:sldMkLst>
          <pc:docMk/>
          <pc:sldMk cId="1460159330" sldId="359"/>
        </pc:sldMkLst>
        <pc:spChg chg="mod ord">
          <ac:chgData name="Said Salomon" userId="eac27f7e7e547993" providerId="LiveId" clId="{5C6D2034-25CF-4C21-B599-846C40023CBB}" dt="2025-10-29T21:49:54.202" v="548" actId="26606"/>
          <ac:spMkLst>
            <pc:docMk/>
            <pc:sldMk cId="1460159330" sldId="359"/>
            <ac:spMk id="7" creationId="{1A2458FF-0D0C-4ACC-C6FB-103BC0BADCCD}"/>
          </ac:spMkLst>
        </pc:spChg>
        <pc:spChg chg="mod ord">
          <ac:chgData name="Said Salomon" userId="eac27f7e7e547993" providerId="LiveId" clId="{5C6D2034-25CF-4C21-B599-846C40023CBB}" dt="2025-10-29T21:49:54.202" v="548" actId="26606"/>
          <ac:spMkLst>
            <pc:docMk/>
            <pc:sldMk cId="1460159330" sldId="359"/>
            <ac:spMk id="31" creationId="{F1239C0E-3F39-787D-0FC3-6B7C9BA37E8F}"/>
          </ac:spMkLst>
        </pc:spChg>
        <pc:spChg chg="add mod">
          <ac:chgData name="Said Salomon" userId="eac27f7e7e547993" providerId="LiveId" clId="{5C6D2034-25CF-4C21-B599-846C40023CBB}" dt="2025-10-29T21:49:54.202" v="548" actId="26606"/>
          <ac:spMkLst>
            <pc:docMk/>
            <pc:sldMk cId="1460159330" sldId="359"/>
            <ac:spMk id="38" creationId="{81B5225E-0EE7-05FA-0C9A-E2B99AA57204}"/>
          </ac:spMkLst>
        </pc:spChg>
        <pc:picChg chg="add mod">
          <ac:chgData name="Said Salomon" userId="eac27f7e7e547993" providerId="LiveId" clId="{5C6D2034-25CF-4C21-B599-846C40023CBB}" dt="2025-10-29T21:51:55.338" v="551" actId="962"/>
          <ac:picMkLst>
            <pc:docMk/>
            <pc:sldMk cId="1460159330" sldId="359"/>
            <ac:picMk id="4" creationId="{8B850849-E83C-6FFB-51F4-78A5C377FD9B}"/>
          </ac:picMkLst>
        </pc:picChg>
      </pc:sldChg>
      <pc:sldChg chg="mod modShow">
        <pc:chgData name="Said Salomon" userId="eac27f7e7e547993" providerId="LiveId" clId="{5C6D2034-25CF-4C21-B599-846C40023CBB}" dt="2025-10-29T21:56:15.245" v="616" actId="729"/>
        <pc:sldMkLst>
          <pc:docMk/>
          <pc:sldMk cId="1330733909" sldId="365"/>
        </pc:sldMkLst>
      </pc:sldChg>
      <pc:sldChg chg="mod modShow">
        <pc:chgData name="Said Salomon" userId="eac27f7e7e547993" providerId="LiveId" clId="{5C6D2034-25CF-4C21-B599-846C40023CBB}" dt="2025-10-29T21:56:15.245" v="616" actId="729"/>
        <pc:sldMkLst>
          <pc:docMk/>
          <pc:sldMk cId="2395464980" sldId="372"/>
        </pc:sldMkLst>
      </pc:sldChg>
      <pc:sldChg chg="addSp delSp modSp mod">
        <pc:chgData name="Said Salomon" userId="eac27f7e7e547993" providerId="LiveId" clId="{5C6D2034-25CF-4C21-B599-846C40023CBB}" dt="2025-10-29T21:55:46.165" v="615" actId="20577"/>
        <pc:sldMkLst>
          <pc:docMk/>
          <pc:sldMk cId="1397193754" sldId="373"/>
        </pc:sldMkLst>
        <pc:spChg chg="mod">
          <ac:chgData name="Said Salomon" userId="eac27f7e7e547993" providerId="LiveId" clId="{5C6D2034-25CF-4C21-B599-846C40023CBB}" dt="2025-10-29T21:55:30.245" v="605" actId="20577"/>
          <ac:spMkLst>
            <pc:docMk/>
            <pc:sldMk cId="1397193754" sldId="373"/>
            <ac:spMk id="4" creationId="{260D053B-A40A-3228-B6D5-3371B9EE2E56}"/>
          </ac:spMkLst>
        </pc:spChg>
        <pc:spChg chg="add mod">
          <ac:chgData name="Said Salomon" userId="eac27f7e7e547993" providerId="LiveId" clId="{5C6D2034-25CF-4C21-B599-846C40023CBB}" dt="2025-10-29T21:55:46.165" v="615" actId="20577"/>
          <ac:spMkLst>
            <pc:docMk/>
            <pc:sldMk cId="1397193754" sldId="373"/>
            <ac:spMk id="6" creationId="{C4899B60-87A1-1D6B-E090-52C6F97BCC72}"/>
          </ac:spMkLst>
        </pc:spChg>
      </pc:sldChg>
      <pc:sldChg chg="mod modShow">
        <pc:chgData name="Said Salomon" userId="eac27f7e7e547993" providerId="LiveId" clId="{5C6D2034-25CF-4C21-B599-846C40023CBB}" dt="2025-10-29T21:56:15.245" v="616" actId="729"/>
        <pc:sldMkLst>
          <pc:docMk/>
          <pc:sldMk cId="598144966" sldId="374"/>
        </pc:sldMkLst>
      </pc:sldChg>
      <pc:sldChg chg="mod modShow">
        <pc:chgData name="Said Salomon" userId="eac27f7e7e547993" providerId="LiveId" clId="{5C6D2034-25CF-4C21-B599-846C40023CBB}" dt="2025-10-29T21:56:15.245" v="616" actId="729"/>
        <pc:sldMkLst>
          <pc:docMk/>
          <pc:sldMk cId="1962637282" sldId="375"/>
        </pc:sldMkLst>
      </pc:sldChg>
      <pc:sldChg chg="mod modShow">
        <pc:chgData name="Said Salomon" userId="eac27f7e7e547993" providerId="LiveId" clId="{5C6D2034-25CF-4C21-B599-846C40023CBB}" dt="2025-10-29T21:56:15.245" v="616" actId="729"/>
        <pc:sldMkLst>
          <pc:docMk/>
          <pc:sldMk cId="1073601555" sldId="376"/>
        </pc:sldMkLst>
      </pc:sldChg>
      <pc:sldChg chg="mod modShow">
        <pc:chgData name="Said Salomon" userId="eac27f7e7e547993" providerId="LiveId" clId="{5C6D2034-25CF-4C21-B599-846C40023CBB}" dt="2025-10-29T21:56:15.245" v="616" actId="729"/>
        <pc:sldMkLst>
          <pc:docMk/>
          <pc:sldMk cId="2728059627" sldId="377"/>
        </pc:sldMkLst>
      </pc:sldChg>
      <pc:sldChg chg="mod modShow">
        <pc:chgData name="Said Salomon" userId="eac27f7e7e547993" providerId="LiveId" clId="{5C6D2034-25CF-4C21-B599-846C40023CBB}" dt="2025-10-29T21:56:15.245" v="616" actId="729"/>
        <pc:sldMkLst>
          <pc:docMk/>
          <pc:sldMk cId="910315636" sldId="378"/>
        </pc:sldMkLst>
      </pc:sldChg>
      <pc:sldChg chg="mod modShow">
        <pc:chgData name="Said Salomon" userId="eac27f7e7e547993" providerId="LiveId" clId="{5C6D2034-25CF-4C21-B599-846C40023CBB}" dt="2025-10-29T21:56:15.245" v="616" actId="729"/>
        <pc:sldMkLst>
          <pc:docMk/>
          <pc:sldMk cId="2170071140" sldId="379"/>
        </pc:sldMkLst>
      </pc:sldChg>
      <pc:sldChg chg="mod modShow">
        <pc:chgData name="Said Salomon" userId="eac27f7e7e547993" providerId="LiveId" clId="{5C6D2034-25CF-4C21-B599-846C40023CBB}" dt="2025-10-29T21:56:15.245" v="616" actId="729"/>
        <pc:sldMkLst>
          <pc:docMk/>
          <pc:sldMk cId="79695288" sldId="380"/>
        </pc:sldMkLst>
      </pc:sldChg>
      <pc:sldChg chg="mod modShow">
        <pc:chgData name="Said Salomon" userId="eac27f7e7e547993" providerId="LiveId" clId="{5C6D2034-25CF-4C21-B599-846C40023CBB}" dt="2025-10-29T21:56:15.245" v="616" actId="729"/>
        <pc:sldMkLst>
          <pc:docMk/>
          <pc:sldMk cId="3304068007" sldId="381"/>
        </pc:sldMkLst>
      </pc:sldChg>
      <pc:sldChg chg="modSp add mod">
        <pc:chgData name="Said Salomon" userId="eac27f7e7e547993" providerId="LiveId" clId="{5C6D2034-25CF-4C21-B599-846C40023CBB}" dt="2025-10-29T21:56:38.723" v="624" actId="20577"/>
        <pc:sldMkLst>
          <pc:docMk/>
          <pc:sldMk cId="1684862160" sldId="382"/>
        </pc:sldMkLst>
        <pc:spChg chg="mod">
          <ac:chgData name="Said Salomon" userId="eac27f7e7e547993" providerId="LiveId" clId="{5C6D2034-25CF-4C21-B599-846C40023CBB}" dt="2025-10-29T21:56:38.723" v="624" actId="20577"/>
          <ac:spMkLst>
            <pc:docMk/>
            <pc:sldMk cId="1684862160" sldId="382"/>
            <ac:spMk id="6" creationId="{71E7E31B-C6C2-4E6B-6592-038441F8BBB5}"/>
          </ac:spMkLst>
        </pc:spChg>
      </pc:sldChg>
      <pc:sldChg chg="modSp add mod ord">
        <pc:chgData name="Said Salomon" userId="eac27f7e7e547993" providerId="LiveId" clId="{5C6D2034-25CF-4C21-B599-846C40023CBB}" dt="2025-10-29T21:57:35.946" v="651"/>
        <pc:sldMkLst>
          <pc:docMk/>
          <pc:sldMk cId="3587703786" sldId="383"/>
        </pc:sldMkLst>
        <pc:spChg chg="mod">
          <ac:chgData name="Said Salomon" userId="eac27f7e7e547993" providerId="LiveId" clId="{5C6D2034-25CF-4C21-B599-846C40023CBB}" dt="2025-10-29T21:57:25.171" v="649" actId="20577"/>
          <ac:spMkLst>
            <pc:docMk/>
            <pc:sldMk cId="3587703786" sldId="383"/>
            <ac:spMk id="6" creationId="{B501F9F2-6D3B-BC2E-57E0-E63F5B004867}"/>
          </ac:spMkLst>
        </pc:spChg>
      </pc:sldChg>
      <pc:sldChg chg="addSp delSp modSp new mod ord">
        <pc:chgData name="Said Salomon" userId="eac27f7e7e547993" providerId="LiveId" clId="{5C6D2034-25CF-4C21-B599-846C40023CBB}" dt="2025-11-05T22:02:10.050" v="662" actId="207"/>
        <pc:sldMkLst>
          <pc:docMk/>
          <pc:sldMk cId="2130301932" sldId="384"/>
        </pc:sldMkLst>
        <pc:spChg chg="del mod">
          <ac:chgData name="Said Salomon" userId="eac27f7e7e547993" providerId="LiveId" clId="{5C6D2034-25CF-4C21-B599-846C40023CBB}" dt="2025-11-05T21:57:25.861" v="656" actId="478"/>
          <ac:spMkLst>
            <pc:docMk/>
            <pc:sldMk cId="2130301932" sldId="384"/>
            <ac:spMk id="2" creationId="{956E061A-B6B0-3721-CFC6-8803CADDAC93}"/>
          </ac:spMkLst>
        </pc:spChg>
        <pc:spChg chg="del">
          <ac:chgData name="Said Salomon" userId="eac27f7e7e547993" providerId="LiveId" clId="{5C6D2034-25CF-4C21-B599-846C40023CBB}" dt="2025-11-05T21:57:33.112" v="657" actId="478"/>
          <ac:spMkLst>
            <pc:docMk/>
            <pc:sldMk cId="2130301932" sldId="384"/>
            <ac:spMk id="3" creationId="{F5EF9802-5A63-4EB7-BDD9-F3313CCB214A}"/>
          </ac:spMkLst>
        </pc:spChg>
        <pc:picChg chg="add mod">
          <ac:chgData name="Said Salomon" userId="eac27f7e7e547993" providerId="LiveId" clId="{5C6D2034-25CF-4C21-B599-846C40023CBB}" dt="2025-11-05T22:02:10.050" v="662" actId="207"/>
          <ac:picMkLst>
            <pc:docMk/>
            <pc:sldMk cId="2130301932" sldId="384"/>
            <ac:picMk id="6" creationId="{52A77FBD-8FB8-2A23-4739-9D0134E791F2}"/>
          </ac:picMkLst>
        </pc:picChg>
      </pc:sldChg>
      <pc:sldChg chg="addSp delSp modSp new mod">
        <pc:chgData name="Said Salomon" userId="eac27f7e7e547993" providerId="LiveId" clId="{5C6D2034-25CF-4C21-B599-846C40023CBB}" dt="2025-11-05T22:31:38.842" v="1010" actId="12"/>
        <pc:sldMkLst>
          <pc:docMk/>
          <pc:sldMk cId="1587207474" sldId="385"/>
        </pc:sldMkLst>
        <pc:spChg chg="mod">
          <ac:chgData name="Said Salomon" userId="eac27f7e7e547993" providerId="LiveId" clId="{5C6D2034-25CF-4C21-B599-846C40023CBB}" dt="2025-11-05T22:05:38.811" v="674" actId="14100"/>
          <ac:spMkLst>
            <pc:docMk/>
            <pc:sldMk cId="1587207474" sldId="385"/>
            <ac:spMk id="2" creationId="{718C5A32-2572-96A5-EBB3-09019F61350F}"/>
          </ac:spMkLst>
        </pc:spChg>
        <pc:spChg chg="del">
          <ac:chgData name="Said Salomon" userId="eac27f7e7e547993" providerId="LiveId" clId="{5C6D2034-25CF-4C21-B599-846C40023CBB}" dt="2025-11-05T22:05:46.342" v="675" actId="478"/>
          <ac:spMkLst>
            <pc:docMk/>
            <pc:sldMk cId="1587207474" sldId="385"/>
            <ac:spMk id="3" creationId="{1C7412BC-7236-9206-43DB-219909A4972C}"/>
          </ac:spMkLst>
        </pc:spChg>
        <pc:spChg chg="add mod">
          <ac:chgData name="Said Salomon" userId="eac27f7e7e547993" providerId="LiveId" clId="{5C6D2034-25CF-4C21-B599-846C40023CBB}" dt="2025-11-05T22:31:38.842" v="1010" actId="12"/>
          <ac:spMkLst>
            <pc:docMk/>
            <pc:sldMk cId="1587207474" sldId="385"/>
            <ac:spMk id="5" creationId="{96D9EF59-16FB-1C65-3A5C-E878ADEA2979}"/>
          </ac:spMkLst>
        </pc:spChg>
      </pc:sldChg>
      <pc:sldChg chg="addSp delSp modSp new mod ord">
        <pc:chgData name="Said Salomon" userId="eac27f7e7e547993" providerId="LiveId" clId="{5C6D2034-25CF-4C21-B599-846C40023CBB}" dt="2025-11-05T22:52:56.544" v="1338" actId="21"/>
        <pc:sldMkLst>
          <pc:docMk/>
          <pc:sldMk cId="1155694617" sldId="386"/>
        </pc:sldMkLst>
        <pc:spChg chg="mod">
          <ac:chgData name="Said Salomon" userId="eac27f7e7e547993" providerId="LiveId" clId="{5C6D2034-25CF-4C21-B599-846C40023CBB}" dt="2025-11-05T22:35:09.035" v="1030" actId="14100"/>
          <ac:spMkLst>
            <pc:docMk/>
            <pc:sldMk cId="1155694617" sldId="386"/>
            <ac:spMk id="2" creationId="{88FE15A4-FDF7-E1B4-5A0D-4CD83B494A82}"/>
          </ac:spMkLst>
        </pc:spChg>
        <pc:spChg chg="del">
          <ac:chgData name="Said Salomon" userId="eac27f7e7e547993" providerId="LiveId" clId="{5C6D2034-25CF-4C21-B599-846C40023CBB}" dt="2025-11-05T22:35:18.032" v="1031" actId="478"/>
          <ac:spMkLst>
            <pc:docMk/>
            <pc:sldMk cId="1155694617" sldId="386"/>
            <ac:spMk id="3" creationId="{54AA5389-1631-6891-7F80-D385F99BFCC1}"/>
          </ac:spMkLst>
        </pc:spChg>
        <pc:spChg chg="add mod">
          <ac:chgData name="Said Salomon" userId="eac27f7e7e547993" providerId="LiveId" clId="{5C6D2034-25CF-4C21-B599-846C40023CBB}" dt="2025-11-05T22:52:56.544" v="1338" actId="21"/>
          <ac:spMkLst>
            <pc:docMk/>
            <pc:sldMk cId="1155694617" sldId="386"/>
            <ac:spMk id="5" creationId="{90E73C3C-1218-55F2-4019-5749C7676374}"/>
          </ac:spMkLst>
        </pc:spChg>
      </pc:sldChg>
      <pc:sldChg chg="modSp add mod">
        <pc:chgData name="Said Salomon" userId="eac27f7e7e547993" providerId="LiveId" clId="{5C6D2034-25CF-4C21-B599-846C40023CBB}" dt="2025-11-05T23:08:02.739" v="1827" actId="12"/>
        <pc:sldMkLst>
          <pc:docMk/>
          <pc:sldMk cId="582232591" sldId="387"/>
        </pc:sldMkLst>
        <pc:spChg chg="mod">
          <ac:chgData name="Said Salomon" userId="eac27f7e7e547993" providerId="LiveId" clId="{5C6D2034-25CF-4C21-B599-846C40023CBB}" dt="2025-11-05T22:53:27.499" v="1361" actId="20577"/>
          <ac:spMkLst>
            <pc:docMk/>
            <pc:sldMk cId="582232591" sldId="387"/>
            <ac:spMk id="2" creationId="{D23A2242-E41D-DCE7-E2FA-0F228DB5A5C9}"/>
          </ac:spMkLst>
        </pc:spChg>
        <pc:spChg chg="mod">
          <ac:chgData name="Said Salomon" userId="eac27f7e7e547993" providerId="LiveId" clId="{5C6D2034-25CF-4C21-B599-846C40023CBB}" dt="2025-11-05T23:08:02.739" v="1827" actId="12"/>
          <ac:spMkLst>
            <pc:docMk/>
            <pc:sldMk cId="582232591" sldId="387"/>
            <ac:spMk id="5" creationId="{CC18A7CB-7F3C-A6AF-4739-CDEC843331B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4459878-C319-6BF3-52DC-16FA4340A6C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C82FA7FC-DFAE-8499-5A3E-AD9648D7FCA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58BFD57-AB0A-470B-A7AF-56DFE7B5174A}" type="datetimeFigureOut">
              <a:rPr lang="en-US" smtClean="0"/>
              <a:t>11/5/2025</a:t>
            </a:fld>
            <a:endParaRPr lang="en-US" dirty="0"/>
          </a:p>
        </p:txBody>
      </p:sp>
      <p:sp>
        <p:nvSpPr>
          <p:cNvPr id="4" name="Footer Placeholder 3">
            <a:extLst>
              <a:ext uri="{FF2B5EF4-FFF2-40B4-BE49-F238E27FC236}">
                <a16:creationId xmlns:a16="http://schemas.microsoft.com/office/drawing/2014/main" id="{4C9C12BB-9544-9F9A-BEDA-E7168643859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7D1E77E4-B9A2-A882-9240-3AE65EE2176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E9D61A1-75D9-49F7-83EB-F5872642613A}" type="slidenum">
              <a:rPr lang="en-US" smtClean="0"/>
              <a:t>‹#›</a:t>
            </a:fld>
            <a:endParaRPr lang="en-US" dirty="0"/>
          </a:p>
        </p:txBody>
      </p:sp>
    </p:spTree>
    <p:extLst>
      <p:ext uri="{BB962C8B-B14F-4D97-AF65-F5344CB8AC3E}">
        <p14:creationId xmlns:p14="http://schemas.microsoft.com/office/powerpoint/2010/main" val="1477327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4B3339F-6CEA-4641-BE08-40DAFD6FCF25}" type="datetimeFigureOut">
              <a:rPr lang="en-US" smtClean="0"/>
              <a:t>11/5/2025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F75CB5-5666-5049-9AE0-38EFD385C21E}" type="slidenum">
              <a:rPr lang="en-US" smtClean="0"/>
              <a:t>‹#›</a:t>
            </a:fld>
            <a:endParaRPr lang="en-US" dirty="0"/>
          </a:p>
        </p:txBody>
      </p:sp>
    </p:spTree>
    <p:extLst>
      <p:ext uri="{BB962C8B-B14F-4D97-AF65-F5344CB8AC3E}">
        <p14:creationId xmlns:p14="http://schemas.microsoft.com/office/powerpoint/2010/main" val="4755626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1</a:t>
            </a:fld>
            <a:endParaRPr lang="en-US" dirty="0"/>
          </a:p>
        </p:txBody>
      </p:sp>
    </p:spTree>
    <p:extLst>
      <p:ext uri="{BB962C8B-B14F-4D97-AF65-F5344CB8AC3E}">
        <p14:creationId xmlns:p14="http://schemas.microsoft.com/office/powerpoint/2010/main" val="15759997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EF75CB5-5666-5049-9AE0-38EFD385C21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026738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7</a:t>
            </a:fld>
            <a:endParaRPr lang="en-US" dirty="0"/>
          </a:p>
        </p:txBody>
      </p:sp>
    </p:spTree>
    <p:extLst>
      <p:ext uri="{BB962C8B-B14F-4D97-AF65-F5344CB8AC3E}">
        <p14:creationId xmlns:p14="http://schemas.microsoft.com/office/powerpoint/2010/main" val="18601641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D0E9C6-F662-A757-0D97-BEFCB008E1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6DB57E-A79D-D677-07CC-0153DE4A80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0446D6-BFF0-9740-65F1-EF1A0FF6A81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E10CF5-027A-3630-B0F0-70CF38295A01}"/>
              </a:ext>
            </a:extLst>
          </p:cNvPr>
          <p:cNvSpPr>
            <a:spLocks noGrp="1"/>
          </p:cNvSpPr>
          <p:nvPr>
            <p:ph type="sldNum" sz="quarter" idx="5"/>
          </p:nvPr>
        </p:nvSpPr>
        <p:spPr/>
        <p:txBody>
          <a:bodyPr/>
          <a:lstStyle/>
          <a:p>
            <a:fld id="{DEF75CB5-5666-5049-9AE0-38EFD385C21E}" type="slidenum">
              <a:rPr lang="en-US" smtClean="0"/>
              <a:t>8</a:t>
            </a:fld>
            <a:endParaRPr lang="en-US" dirty="0"/>
          </a:p>
        </p:txBody>
      </p:sp>
    </p:spTree>
    <p:extLst>
      <p:ext uri="{BB962C8B-B14F-4D97-AF65-F5344CB8AC3E}">
        <p14:creationId xmlns:p14="http://schemas.microsoft.com/office/powerpoint/2010/main" val="38697184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63656-32E8-64AA-C1C4-C9222E98C1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E21CA9-50F2-A03F-2939-0413D9D67D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237325-AFE3-70A2-EF45-15AE7230172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CC28D2-875E-5FE2-C1F9-FC4F8A4EFBA8}"/>
              </a:ext>
            </a:extLst>
          </p:cNvPr>
          <p:cNvSpPr>
            <a:spLocks noGrp="1"/>
          </p:cNvSpPr>
          <p:nvPr>
            <p:ph type="sldNum" sz="quarter" idx="5"/>
          </p:nvPr>
        </p:nvSpPr>
        <p:spPr/>
        <p:txBody>
          <a:bodyPr/>
          <a:lstStyle/>
          <a:p>
            <a:fld id="{DEF75CB5-5666-5049-9AE0-38EFD385C21E}" type="slidenum">
              <a:rPr lang="en-US" smtClean="0"/>
              <a:t>9</a:t>
            </a:fld>
            <a:endParaRPr lang="en-US" dirty="0"/>
          </a:p>
        </p:txBody>
      </p:sp>
    </p:spTree>
    <p:extLst>
      <p:ext uri="{BB962C8B-B14F-4D97-AF65-F5344CB8AC3E}">
        <p14:creationId xmlns:p14="http://schemas.microsoft.com/office/powerpoint/2010/main" val="11872526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10</a:t>
            </a:fld>
            <a:endParaRPr lang="en-US" dirty="0"/>
          </a:p>
        </p:txBody>
      </p:sp>
    </p:spTree>
    <p:extLst>
      <p:ext uri="{BB962C8B-B14F-4D97-AF65-F5344CB8AC3E}">
        <p14:creationId xmlns:p14="http://schemas.microsoft.com/office/powerpoint/2010/main" val="9350729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11</a:t>
            </a:fld>
            <a:endParaRPr lang="en-US" dirty="0"/>
          </a:p>
        </p:txBody>
      </p:sp>
    </p:spTree>
    <p:extLst>
      <p:ext uri="{BB962C8B-B14F-4D97-AF65-F5344CB8AC3E}">
        <p14:creationId xmlns:p14="http://schemas.microsoft.com/office/powerpoint/2010/main" val="29825224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EF75CB5-5666-5049-9AE0-38EFD385C21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4501237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13</a:t>
            </a:fld>
            <a:endParaRPr lang="en-US" dirty="0"/>
          </a:p>
        </p:txBody>
      </p:sp>
    </p:spTree>
    <p:extLst>
      <p:ext uri="{BB962C8B-B14F-4D97-AF65-F5344CB8AC3E}">
        <p14:creationId xmlns:p14="http://schemas.microsoft.com/office/powerpoint/2010/main" val="24930290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14</a:t>
            </a:fld>
            <a:endParaRPr lang="en-US" dirty="0"/>
          </a:p>
        </p:txBody>
      </p:sp>
    </p:spTree>
    <p:extLst>
      <p:ext uri="{BB962C8B-B14F-4D97-AF65-F5344CB8AC3E}">
        <p14:creationId xmlns:p14="http://schemas.microsoft.com/office/powerpoint/2010/main" val="7124872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15</a:t>
            </a:fld>
            <a:endParaRPr lang="en-US" dirty="0"/>
          </a:p>
        </p:txBody>
      </p:sp>
    </p:spTree>
    <p:extLst>
      <p:ext uri="{BB962C8B-B14F-4D97-AF65-F5344CB8AC3E}">
        <p14:creationId xmlns:p14="http://schemas.microsoft.com/office/powerpoint/2010/main" val="37651255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16</a:t>
            </a:fld>
            <a:endParaRPr lang="en-US" dirty="0"/>
          </a:p>
        </p:txBody>
      </p:sp>
    </p:spTree>
    <p:extLst>
      <p:ext uri="{BB962C8B-B14F-4D97-AF65-F5344CB8AC3E}">
        <p14:creationId xmlns:p14="http://schemas.microsoft.com/office/powerpoint/2010/main" val="1784199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17</a:t>
            </a:fld>
            <a:endParaRPr lang="en-US" dirty="0"/>
          </a:p>
        </p:txBody>
      </p:sp>
    </p:spTree>
    <p:extLst>
      <p:ext uri="{BB962C8B-B14F-4D97-AF65-F5344CB8AC3E}">
        <p14:creationId xmlns:p14="http://schemas.microsoft.com/office/powerpoint/2010/main" val="8392136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18</a:t>
            </a:fld>
            <a:endParaRPr lang="en-US" dirty="0"/>
          </a:p>
        </p:txBody>
      </p:sp>
    </p:spTree>
    <p:extLst>
      <p:ext uri="{BB962C8B-B14F-4D97-AF65-F5344CB8AC3E}">
        <p14:creationId xmlns:p14="http://schemas.microsoft.com/office/powerpoint/2010/main" val="6615100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19</a:t>
            </a:fld>
            <a:endParaRPr lang="en-US" dirty="0"/>
          </a:p>
        </p:txBody>
      </p:sp>
    </p:spTree>
    <p:extLst>
      <p:ext uri="{BB962C8B-B14F-4D97-AF65-F5344CB8AC3E}">
        <p14:creationId xmlns:p14="http://schemas.microsoft.com/office/powerpoint/2010/main" val="416789011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Subtitle">
    <p:bg>
      <p:bgPr>
        <a:gradFill>
          <a:gsLst>
            <a:gs pos="93000">
              <a:schemeClr val="tx2"/>
            </a:gs>
            <a:gs pos="81000">
              <a:schemeClr val="accent6">
                <a:lumMod val="50000"/>
              </a:schemeClr>
            </a:gs>
            <a:gs pos="27000">
              <a:schemeClr val="tx1"/>
            </a:gs>
            <a:gs pos="8000">
              <a:schemeClr val="accent4">
                <a:lumMod val="75000"/>
              </a:schemeClr>
            </a:gs>
            <a:gs pos="0">
              <a:schemeClr val="accent4"/>
            </a:gs>
            <a:gs pos="99000">
              <a:schemeClr val="tx2">
                <a:lumMod val="40000"/>
                <a:lumOff val="60000"/>
              </a:schemeClr>
            </a:gs>
          </a:gsLst>
          <a:lin ang="12600000" scaled="0"/>
        </a:gra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1BA6450-E291-DC40-F198-C02B485137B0}"/>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 y="1"/>
            <a:ext cx="12192003" cy="6857999"/>
          </a:xfrm>
          <a:prstGeom prst="rect">
            <a:avLst/>
          </a:prstGeom>
        </p:spPr>
      </p:pic>
      <p:sp>
        <p:nvSpPr>
          <p:cNvPr id="2" name="Title 1">
            <a:extLst>
              <a:ext uri="{FF2B5EF4-FFF2-40B4-BE49-F238E27FC236}">
                <a16:creationId xmlns:a16="http://schemas.microsoft.com/office/drawing/2014/main" id="{3A462FF1-D97D-8505-FE7F-8B2DB411A8B1}"/>
              </a:ext>
            </a:extLst>
          </p:cNvPr>
          <p:cNvSpPr>
            <a:spLocks noGrp="1"/>
          </p:cNvSpPr>
          <p:nvPr>
            <p:ph type="title" hasCustomPrompt="1"/>
          </p:nvPr>
        </p:nvSpPr>
        <p:spPr>
          <a:xfrm>
            <a:off x="0" y="304799"/>
            <a:ext cx="12191998" cy="3215641"/>
          </a:xfrm>
        </p:spPr>
        <p:txBody>
          <a:bodyPr lIns="0" rIns="0" bIns="0" anchor="b" anchorCtr="0">
            <a:noAutofit/>
          </a:bodyPr>
          <a:lstStyle>
            <a:lvl1pPr algn="ctr">
              <a:defRPr sz="6000" kern="1200" cap="all" spc="300" baseline="0">
                <a:solidFill>
                  <a:schemeClr val="accent3">
                    <a:lumMod val="75000"/>
                  </a:schemeClr>
                </a:solidFill>
              </a:defRPr>
            </a:lvl1pPr>
          </a:lstStyle>
          <a:p>
            <a:r>
              <a:rPr lang="en-US" dirty="0"/>
              <a:t>Click to add title</a:t>
            </a:r>
          </a:p>
        </p:txBody>
      </p:sp>
      <p:sp>
        <p:nvSpPr>
          <p:cNvPr id="12" name="Subtitle 2">
            <a:extLst>
              <a:ext uri="{FF2B5EF4-FFF2-40B4-BE49-F238E27FC236}">
                <a16:creationId xmlns:a16="http://schemas.microsoft.com/office/drawing/2014/main" id="{58B9CAE2-F3DD-D6D3-96C8-D947A4117752}"/>
              </a:ext>
            </a:extLst>
          </p:cNvPr>
          <p:cNvSpPr>
            <a:spLocks noGrp="1"/>
          </p:cNvSpPr>
          <p:nvPr>
            <p:ph type="subTitle" idx="1" hasCustomPrompt="1"/>
          </p:nvPr>
        </p:nvSpPr>
        <p:spPr>
          <a:xfrm>
            <a:off x="3" y="3670628"/>
            <a:ext cx="12191997" cy="2577772"/>
          </a:xfrm>
        </p:spPr>
        <p:txBody>
          <a:bodyPr>
            <a:noAutofit/>
          </a:bodyPr>
          <a:lstStyle>
            <a:lvl1pPr marL="0" indent="0" algn="ctr">
              <a:buNone/>
              <a:defRPr sz="3200" b="0" i="0" cap="all" spc="600" baseline="0">
                <a:solidFill>
                  <a:schemeClr val="accent3"/>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411932155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gradFill>
          <a:gsLst>
            <a:gs pos="93000">
              <a:schemeClr val="tx2"/>
            </a:gs>
            <a:gs pos="81000">
              <a:schemeClr val="accent6">
                <a:lumMod val="50000"/>
              </a:schemeClr>
            </a:gs>
            <a:gs pos="27000">
              <a:schemeClr val="tx1"/>
            </a:gs>
            <a:gs pos="8000">
              <a:schemeClr val="accent4">
                <a:lumMod val="75000"/>
              </a:schemeClr>
            </a:gs>
            <a:gs pos="0">
              <a:schemeClr val="accent4"/>
            </a:gs>
            <a:gs pos="99000">
              <a:schemeClr val="tx2">
                <a:lumMod val="40000"/>
                <a:lumOff val="60000"/>
              </a:schemeClr>
            </a:gs>
          </a:gsLst>
          <a:lin ang="12600000" scaled="0"/>
        </a:gra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1BA6450-E291-DC40-F198-C02B485137B0}"/>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 y="1"/>
            <a:ext cx="12192003" cy="6857999"/>
          </a:xfrm>
          <a:prstGeom prst="rect">
            <a:avLst/>
          </a:prstGeom>
        </p:spPr>
      </p:pic>
      <p:sp>
        <p:nvSpPr>
          <p:cNvPr id="2" name="Title 1">
            <a:extLst>
              <a:ext uri="{FF2B5EF4-FFF2-40B4-BE49-F238E27FC236}">
                <a16:creationId xmlns:a16="http://schemas.microsoft.com/office/drawing/2014/main" id="{3A462FF1-D97D-8505-FE7F-8B2DB411A8B1}"/>
              </a:ext>
            </a:extLst>
          </p:cNvPr>
          <p:cNvSpPr>
            <a:spLocks noGrp="1"/>
          </p:cNvSpPr>
          <p:nvPr>
            <p:ph type="title" hasCustomPrompt="1"/>
          </p:nvPr>
        </p:nvSpPr>
        <p:spPr>
          <a:xfrm>
            <a:off x="3" y="1821180"/>
            <a:ext cx="12191994" cy="3215641"/>
          </a:xfrm>
        </p:spPr>
        <p:txBody>
          <a:bodyPr lIns="0" rIns="0" bIns="0" anchor="ctr" anchorCtr="0">
            <a:noAutofit/>
          </a:bodyPr>
          <a:lstStyle>
            <a:lvl1pPr algn="ctr">
              <a:defRPr sz="6000" kern="1200" cap="all" spc="300" baseline="0">
                <a:solidFill>
                  <a:schemeClr val="accent3">
                    <a:lumMod val="75000"/>
                  </a:schemeClr>
                </a:solidFill>
              </a:defRPr>
            </a:lvl1pPr>
          </a:lstStyle>
          <a:p>
            <a:r>
              <a:rPr lang="en-US" dirty="0"/>
              <a:t>Click to add title</a:t>
            </a:r>
          </a:p>
        </p:txBody>
      </p:sp>
    </p:spTree>
    <p:extLst>
      <p:ext uri="{BB962C8B-B14F-4D97-AF65-F5344CB8AC3E}">
        <p14:creationId xmlns:p14="http://schemas.microsoft.com/office/powerpoint/2010/main" val="163504510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3">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9A084D09-1B2D-4EE2-82A7-83196133B801}"/>
              </a:ext>
              <a:ext uri="{C183D7F6-B498-43B3-948B-1728B52AA6E4}">
                <adec:decorative xmlns:adec="http://schemas.microsoft.com/office/drawing/2017/decorative" val="1"/>
              </a:ext>
            </a:extLst>
          </p:cNvPr>
          <p:cNvGrpSpPr/>
          <p:nvPr userDrawn="1"/>
        </p:nvGrpSpPr>
        <p:grpSpPr>
          <a:xfrm>
            <a:off x="0" y="-6350"/>
            <a:ext cx="12185769" cy="6864350"/>
            <a:chOff x="0" y="-6350"/>
            <a:chExt cx="12185769" cy="6864350"/>
          </a:xfrm>
        </p:grpSpPr>
        <p:sp>
          <p:nvSpPr>
            <p:cNvPr id="4" name="Rectangle 3">
              <a:extLst>
                <a:ext uri="{FF2B5EF4-FFF2-40B4-BE49-F238E27FC236}">
                  <a16:creationId xmlns:a16="http://schemas.microsoft.com/office/drawing/2014/main" id="{53860AA6-1B14-DF89-B725-CC444E502028}"/>
                </a:ext>
                <a:ext uri="{C183D7F6-B498-43B3-948B-1728B52AA6E4}">
                  <adec:decorative xmlns:adec="http://schemas.microsoft.com/office/drawing/2017/decorative" val="1"/>
                </a:ext>
              </a:extLst>
            </p:cNvPr>
            <p:cNvSpPr/>
            <p:nvPr/>
          </p:nvSpPr>
          <p:spPr>
            <a:xfrm>
              <a:off x="0" y="-6350"/>
              <a:ext cx="6160393"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pic>
          <p:nvPicPr>
            <p:cNvPr id="6" name="Content Placeholder 14">
              <a:extLst>
                <a:ext uri="{FF2B5EF4-FFF2-40B4-BE49-F238E27FC236}">
                  <a16:creationId xmlns:a16="http://schemas.microsoft.com/office/drawing/2014/main" id="{D172E570-D67F-4980-88C2-CF6560C1C193}"/>
                </a:ext>
                <a:ext uri="{C183D7F6-B498-43B3-948B-1728B52AA6E4}">
                  <adec:decorative xmlns:adec="http://schemas.microsoft.com/office/drawing/2017/decorative" val="1"/>
                </a:ext>
              </a:extLst>
            </p:cNvPr>
            <p:cNvPicPr>
              <a:picLocks noChangeAspect="1"/>
            </p:cNvPicPr>
            <p:nvPr/>
          </p:nvPicPr>
          <p:blipFill rotWithShape="1">
            <a:blip r:embed="rId2" cstate="screen">
              <a:alphaModFix/>
              <a:extLst>
                <a:ext uri="{28A0092B-C50C-407E-A947-70E740481C1C}">
                  <a14:useLocalDpi xmlns:a14="http://schemas.microsoft.com/office/drawing/2010/main"/>
                </a:ext>
              </a:extLst>
            </a:blip>
            <a:srcRect/>
            <a:stretch/>
          </p:blipFill>
          <p:spPr>
            <a:xfrm rot="5400000">
              <a:off x="5750267" y="410125"/>
              <a:ext cx="6845628" cy="6025377"/>
            </a:xfrm>
            <a:prstGeom prst="rect">
              <a:avLst/>
            </a:prstGeom>
          </p:spPr>
        </p:pic>
        <p:grpSp>
          <p:nvGrpSpPr>
            <p:cNvPr id="7" name="Group 6">
              <a:extLst>
                <a:ext uri="{FF2B5EF4-FFF2-40B4-BE49-F238E27FC236}">
                  <a16:creationId xmlns:a16="http://schemas.microsoft.com/office/drawing/2014/main" id="{AF90BF68-CF26-6705-CBFD-428BEB787EDB}"/>
                </a:ext>
              </a:extLst>
            </p:cNvPr>
            <p:cNvGrpSpPr/>
            <p:nvPr/>
          </p:nvGrpSpPr>
          <p:grpSpPr>
            <a:xfrm rot="10800000">
              <a:off x="5304704" y="259572"/>
              <a:ext cx="584267" cy="390181"/>
              <a:chOff x="1876516" y="596691"/>
              <a:chExt cx="584267" cy="390181"/>
            </a:xfrm>
          </p:grpSpPr>
          <p:sp>
            <p:nvSpPr>
              <p:cNvPr id="8" name="Oval 7">
                <a:extLst>
                  <a:ext uri="{FF2B5EF4-FFF2-40B4-BE49-F238E27FC236}">
                    <a16:creationId xmlns:a16="http://schemas.microsoft.com/office/drawing/2014/main" id="{1066F635-8DB9-B091-8467-D8F0327217F4}"/>
                  </a:ext>
                  <a:ext uri="{C183D7F6-B498-43B3-948B-1728B52AA6E4}">
                    <adec:decorative xmlns:adec="http://schemas.microsoft.com/office/drawing/2017/decorative" val="1"/>
                  </a:ext>
                </a:extLst>
              </p:cNvPr>
              <p:cNvSpPr/>
              <p:nvPr/>
            </p:nvSpPr>
            <p:spPr>
              <a:xfrm>
                <a:off x="1876516" y="842493"/>
                <a:ext cx="144379" cy="144379"/>
              </a:xfrm>
              <a:prstGeom prst="ellipse">
                <a:avLst/>
              </a:prstGeom>
              <a:noFill/>
              <a:ln>
                <a:solidFill>
                  <a:schemeClr val="accent4">
                    <a:lumMod val="60000"/>
                    <a:lumOff val="40000"/>
                    <a:alpha val="4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9" name="Graphic 12">
                <a:extLst>
                  <a:ext uri="{FF2B5EF4-FFF2-40B4-BE49-F238E27FC236}">
                    <a16:creationId xmlns:a16="http://schemas.microsoft.com/office/drawing/2014/main" id="{882D2FD3-A05B-400C-6347-115486FFD943}"/>
                  </a:ext>
                  <a:ext uri="{C183D7F6-B498-43B3-948B-1728B52AA6E4}">
                    <adec:decorative xmlns:adec="http://schemas.microsoft.com/office/drawing/2017/decorative" val="1"/>
                  </a:ext>
                </a:extLst>
              </p:cNvPr>
              <p:cNvSpPr/>
              <p:nvPr/>
            </p:nvSpPr>
            <p:spPr>
              <a:xfrm>
                <a:off x="2360199" y="596691"/>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sp>
        <p:nvSpPr>
          <p:cNvPr id="2" name="Title 1">
            <a:extLst>
              <a:ext uri="{FF2B5EF4-FFF2-40B4-BE49-F238E27FC236}">
                <a16:creationId xmlns:a16="http://schemas.microsoft.com/office/drawing/2014/main" id="{960459F4-C5B9-4070-46D1-2E7DA3EFBFC9}"/>
              </a:ext>
            </a:extLst>
          </p:cNvPr>
          <p:cNvSpPr>
            <a:spLocks noGrp="1"/>
          </p:cNvSpPr>
          <p:nvPr>
            <p:ph type="title"/>
          </p:nvPr>
        </p:nvSpPr>
        <p:spPr>
          <a:xfrm>
            <a:off x="838201" y="365125"/>
            <a:ext cx="4466502" cy="1936866"/>
          </a:xfrm>
        </p:spPr>
        <p:txBody>
          <a:bodyPr anchor="b"/>
          <a:lstStyle>
            <a:lvl1pPr>
              <a:defRPr sz="3200" cap="all" baseline="0">
                <a:solidFill>
                  <a:schemeClr val="accent3">
                    <a:lumMod val="75000"/>
                  </a:schemeClr>
                </a:solidFill>
              </a:defRPr>
            </a:lvl1pPr>
          </a:lstStyle>
          <a:p>
            <a:r>
              <a:rPr lang="en-US"/>
              <a:t>Click to edit Master title style</a:t>
            </a:r>
            <a:endParaRPr lang="en-US" dirty="0"/>
          </a:p>
        </p:txBody>
      </p:sp>
      <p:cxnSp>
        <p:nvCxnSpPr>
          <p:cNvPr id="5" name="Straight Connector 4">
            <a:extLst>
              <a:ext uri="{FF2B5EF4-FFF2-40B4-BE49-F238E27FC236}">
                <a16:creationId xmlns:a16="http://schemas.microsoft.com/office/drawing/2014/main" id="{34F613B1-323C-4C25-4526-1D3313A7161D}"/>
              </a:ext>
              <a:ext uri="{C183D7F6-B498-43B3-948B-1728B52AA6E4}">
                <adec:decorative xmlns:adec="http://schemas.microsoft.com/office/drawing/2017/decorative" val="1"/>
              </a:ext>
            </a:extLst>
          </p:cNvPr>
          <p:cNvCxnSpPr>
            <a:cxnSpLocks/>
          </p:cNvCxnSpPr>
          <p:nvPr userDrawn="1"/>
        </p:nvCxnSpPr>
        <p:spPr>
          <a:xfrm>
            <a:off x="835831" y="2620500"/>
            <a:ext cx="4471665"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13" name="Content Placeholder 12">
            <a:extLst>
              <a:ext uri="{FF2B5EF4-FFF2-40B4-BE49-F238E27FC236}">
                <a16:creationId xmlns:a16="http://schemas.microsoft.com/office/drawing/2014/main" id="{2D2C2143-1936-BBDA-A6A8-40B6DBD16AED}"/>
              </a:ext>
            </a:extLst>
          </p:cNvPr>
          <p:cNvSpPr>
            <a:spLocks noGrp="1"/>
          </p:cNvSpPr>
          <p:nvPr>
            <p:ph sz="quarter" idx="10" hasCustomPrompt="1"/>
          </p:nvPr>
        </p:nvSpPr>
        <p:spPr>
          <a:xfrm>
            <a:off x="838201" y="3097848"/>
            <a:ext cx="4466504" cy="3405187"/>
          </a:xfrm>
        </p:spPr>
        <p:txBody>
          <a:bodyPr/>
          <a:lstStyle>
            <a:lvl1pPr>
              <a:lnSpc>
                <a:spcPct val="120000"/>
              </a:lnSpc>
              <a:spcBef>
                <a:spcPts val="1000"/>
              </a:spcBef>
              <a:spcAft>
                <a:spcPts val="600"/>
              </a:spcAft>
              <a:defRPr sz="1800">
                <a:solidFill>
                  <a:schemeClr val="bg1"/>
                </a:solidFill>
                <a:latin typeface="+mn-lt"/>
              </a:defRPr>
            </a:lvl1pPr>
            <a:lvl2pPr>
              <a:lnSpc>
                <a:spcPct val="120000"/>
              </a:lnSpc>
              <a:spcBef>
                <a:spcPts val="1000"/>
              </a:spcBef>
              <a:spcAft>
                <a:spcPts val="600"/>
              </a:spcAft>
              <a:defRPr sz="1600">
                <a:solidFill>
                  <a:schemeClr val="bg1"/>
                </a:solidFill>
                <a:latin typeface="+mn-lt"/>
              </a:defRPr>
            </a:lvl2pPr>
            <a:lvl3pPr>
              <a:lnSpc>
                <a:spcPct val="120000"/>
              </a:lnSpc>
              <a:spcBef>
                <a:spcPts val="1000"/>
              </a:spcBef>
              <a:spcAft>
                <a:spcPts val="600"/>
              </a:spcAft>
              <a:defRPr sz="1400">
                <a:solidFill>
                  <a:schemeClr val="bg1"/>
                </a:solidFill>
                <a:latin typeface="+mn-lt"/>
              </a:defRPr>
            </a:lvl3pPr>
            <a:lvl4pPr>
              <a:lnSpc>
                <a:spcPct val="120000"/>
              </a:lnSpc>
              <a:spcBef>
                <a:spcPts val="1000"/>
              </a:spcBef>
              <a:spcAft>
                <a:spcPts val="600"/>
              </a:spcAft>
              <a:defRPr sz="1200">
                <a:solidFill>
                  <a:schemeClr val="bg1"/>
                </a:solidFill>
                <a:latin typeface="+mn-lt"/>
              </a:defRPr>
            </a:lvl4pPr>
            <a:lvl5pPr>
              <a:lnSpc>
                <a:spcPct val="120000"/>
              </a:lnSpc>
              <a:spcBef>
                <a:spcPts val="1000"/>
              </a:spcBef>
              <a:spcAft>
                <a:spcPts val="600"/>
              </a:spcAft>
              <a:defRPr sz="1200">
                <a:solidFill>
                  <a:schemeClr val="bg1"/>
                </a:solidFill>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0904071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Title and 2 column">
    <p:bg>
      <p:bgPr>
        <a:gradFill>
          <a:gsLst>
            <a:gs pos="100000">
              <a:schemeClr val="tx2"/>
            </a:gs>
            <a:gs pos="81000">
              <a:schemeClr val="accent6"/>
            </a:gs>
            <a:gs pos="31000">
              <a:srgbClr val="02090E"/>
            </a:gs>
            <a:gs pos="14000">
              <a:schemeClr val="accent4">
                <a:lumMod val="75000"/>
              </a:schemeClr>
            </a:gs>
            <a:gs pos="0">
              <a:schemeClr val="accent4"/>
            </a:gs>
          </a:gsLst>
          <a:lin ang="126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EB5B81B-FCE8-FE9C-8F0A-6488B25F0F6A}"/>
              </a:ext>
              <a:ext uri="{C183D7F6-B498-43B3-948B-1728B52AA6E4}">
                <adec:decorative xmlns:adec="http://schemas.microsoft.com/office/drawing/2017/decorative" val="1"/>
              </a:ext>
            </a:extLst>
          </p:cNvPr>
          <p:cNvSpPr/>
          <p:nvPr userDrawn="1"/>
        </p:nvSpPr>
        <p:spPr>
          <a:xfrm>
            <a:off x="321869" y="343814"/>
            <a:ext cx="11550701" cy="6210605"/>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321869" y="579120"/>
            <a:ext cx="11548261" cy="2733306"/>
          </a:xfrm>
        </p:spPr>
        <p:txBody>
          <a:bodyPr anchor="b">
            <a:noAutofit/>
          </a:bodyPr>
          <a:lstStyle>
            <a:lvl1pPr algn="ctr">
              <a:defRPr sz="3200" cap="all" spc="300" baseline="0"/>
            </a:lvl1pPr>
          </a:lstStyle>
          <a:p>
            <a:r>
              <a:rPr lang="en-US" dirty="0"/>
              <a:t>Click to add title</a:t>
            </a:r>
          </a:p>
        </p:txBody>
      </p:sp>
      <p:sp>
        <p:nvSpPr>
          <p:cNvPr id="7" name="Subtitle 2">
            <a:extLst>
              <a:ext uri="{FF2B5EF4-FFF2-40B4-BE49-F238E27FC236}">
                <a16:creationId xmlns:a16="http://schemas.microsoft.com/office/drawing/2014/main" id="{5F877C2F-8190-18D9-5D24-5BD7B05A29F8}"/>
              </a:ext>
            </a:extLst>
          </p:cNvPr>
          <p:cNvSpPr>
            <a:spLocks noGrp="1"/>
          </p:cNvSpPr>
          <p:nvPr>
            <p:ph type="subTitle" idx="1" hasCustomPrompt="1"/>
          </p:nvPr>
        </p:nvSpPr>
        <p:spPr>
          <a:xfrm>
            <a:off x="321868" y="3484615"/>
            <a:ext cx="11562303" cy="2387865"/>
          </a:xfrm>
        </p:spPr>
        <p:txBody>
          <a:bodyPr>
            <a:noAutofit/>
          </a:bodyPr>
          <a:lstStyle>
            <a:lvl1pPr marL="0" indent="0" algn="ctr">
              <a:buNone/>
              <a:defRPr sz="6000" b="0" i="0" cap="all" spc="600" baseline="0">
                <a:solidFill>
                  <a:schemeClr val="accent3">
                    <a:lumMod val="75000"/>
                  </a:schemeClr>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86865902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Title">
    <p:bg>
      <p:bgPr>
        <a:gradFill>
          <a:gsLst>
            <a:gs pos="100000">
              <a:schemeClr val="tx2"/>
            </a:gs>
            <a:gs pos="79000">
              <a:schemeClr val="accent6"/>
            </a:gs>
            <a:gs pos="31000">
              <a:srgbClr val="02090E"/>
            </a:gs>
            <a:gs pos="14000">
              <a:schemeClr val="accent4">
                <a:lumMod val="75000"/>
              </a:schemeClr>
            </a:gs>
            <a:gs pos="0">
              <a:schemeClr val="accent4"/>
            </a:gs>
          </a:gsLst>
          <a:lin ang="5400000" scaled="0"/>
        </a:gra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3664209F-41AB-70E5-1B9E-7490900C59C9}"/>
              </a:ext>
              <a:ext uri="{C183D7F6-B498-43B3-948B-1728B52AA6E4}">
                <adec:decorative xmlns:adec="http://schemas.microsoft.com/office/drawing/2017/decorative" val="1"/>
              </a:ext>
            </a:extLst>
          </p:cNvPr>
          <p:cNvSpPr/>
          <p:nvPr userDrawn="1"/>
        </p:nvSpPr>
        <p:spPr>
          <a:xfrm>
            <a:off x="2" y="1"/>
            <a:ext cx="12191997" cy="6857998"/>
          </a:xfrm>
          <a:prstGeom prst="rect">
            <a:avLst/>
          </a:prstGeom>
          <a:gradFill flip="none" rotWithShape="1">
            <a:gsLst>
              <a:gs pos="0">
                <a:srgbClr val="1A012C"/>
              </a:gs>
              <a:gs pos="45000">
                <a:srgbClr val="1A012C">
                  <a:alpha val="50000"/>
                </a:srgbClr>
              </a:gs>
              <a:gs pos="100000">
                <a:schemeClr val="accent6">
                  <a:lumMod val="50000"/>
                  <a:alpha val="50000"/>
                </a:schemeClr>
              </a:gs>
            </a:gsLst>
            <a:path path="circle">
              <a:fillToRect l="50000" t="50000" r="50000" b="5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032D3409-585B-54E2-1DCC-AC58804E4AE7}"/>
              </a:ext>
              <a:ext uri="{C183D7F6-B498-43B3-948B-1728B52AA6E4}">
                <adec:decorative xmlns:adec="http://schemas.microsoft.com/office/drawing/2017/decorative" val="1"/>
              </a:ext>
            </a:extLst>
          </p:cNvPr>
          <p:cNvSpPr/>
          <p:nvPr userDrawn="1"/>
        </p:nvSpPr>
        <p:spPr>
          <a:xfrm>
            <a:off x="1" y="-6350"/>
            <a:ext cx="6096000"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799891" y="511762"/>
            <a:ext cx="4960830" cy="2785158"/>
          </a:xfrm>
        </p:spPr>
        <p:txBody>
          <a:bodyPr anchor="b">
            <a:noAutofit/>
          </a:bodyPr>
          <a:lstStyle>
            <a:lvl1pPr algn="l">
              <a:defRPr sz="2400" cap="all" spc="300" baseline="0"/>
            </a:lvl1pPr>
          </a:lstStyle>
          <a:p>
            <a:r>
              <a:rPr lang="en-US" dirty="0"/>
              <a:t>Click to add title</a:t>
            </a:r>
          </a:p>
        </p:txBody>
      </p:sp>
      <p:sp>
        <p:nvSpPr>
          <p:cNvPr id="8" name="Subtitle 2">
            <a:extLst>
              <a:ext uri="{FF2B5EF4-FFF2-40B4-BE49-F238E27FC236}">
                <a16:creationId xmlns:a16="http://schemas.microsoft.com/office/drawing/2014/main" id="{E47B8A5C-E279-DB0B-E9D3-927417876125}"/>
              </a:ext>
            </a:extLst>
          </p:cNvPr>
          <p:cNvSpPr>
            <a:spLocks noGrp="1"/>
          </p:cNvSpPr>
          <p:nvPr>
            <p:ph type="subTitle" idx="1" hasCustomPrompt="1"/>
          </p:nvPr>
        </p:nvSpPr>
        <p:spPr>
          <a:xfrm>
            <a:off x="802640" y="3484615"/>
            <a:ext cx="4958081" cy="2387865"/>
          </a:xfrm>
        </p:spPr>
        <p:txBody>
          <a:bodyPr>
            <a:noAutofit/>
          </a:bodyPr>
          <a:lstStyle>
            <a:lvl1pPr marL="0" indent="0" algn="l">
              <a:buNone/>
              <a:defRPr sz="3200" b="0" i="0" cap="all" spc="600" baseline="0">
                <a:solidFill>
                  <a:schemeClr val="accent3">
                    <a:lumMod val="75000"/>
                  </a:schemeClr>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0" name="Picture Placeholder 9">
            <a:extLst>
              <a:ext uri="{FF2B5EF4-FFF2-40B4-BE49-F238E27FC236}">
                <a16:creationId xmlns:a16="http://schemas.microsoft.com/office/drawing/2014/main" id="{D386C402-C5C5-2A54-C618-62673AD93CB4}"/>
              </a:ext>
            </a:extLst>
          </p:cNvPr>
          <p:cNvSpPr>
            <a:spLocks noGrp="1"/>
          </p:cNvSpPr>
          <p:nvPr>
            <p:ph type="pic" sz="quarter" idx="13"/>
          </p:nvPr>
        </p:nvSpPr>
        <p:spPr>
          <a:xfrm>
            <a:off x="6497638" y="336550"/>
            <a:ext cx="5322887" cy="6184900"/>
          </a:xfrm>
        </p:spPr>
        <p:txBody>
          <a:bodyPr/>
          <a:lstStyle>
            <a:lvl1pPr algn="ctr">
              <a:defRPr sz="2000"/>
            </a:lvl1pPr>
          </a:lstStyle>
          <a:p>
            <a:r>
              <a:rPr lang="en-US"/>
              <a:t>Click icon to add picture</a:t>
            </a:r>
            <a:endParaRPr lang="en-US" dirty="0"/>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36832185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Title and 2 column">
    <p:bg>
      <p:bgPr>
        <a:gradFill>
          <a:gsLst>
            <a:gs pos="100000">
              <a:schemeClr val="tx2"/>
            </a:gs>
            <a:gs pos="79000">
              <a:schemeClr val="accent6"/>
            </a:gs>
            <a:gs pos="55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pic>
        <p:nvPicPr>
          <p:cNvPr id="4" name="Content Placeholder 14">
            <a:extLst>
              <a:ext uri="{FF2B5EF4-FFF2-40B4-BE49-F238E27FC236}">
                <a16:creationId xmlns:a16="http://schemas.microsoft.com/office/drawing/2014/main" id="{318CE367-BBCB-F4AB-635F-4C9995EAE350}"/>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6350"/>
            <a:ext cx="2356339" cy="6853863"/>
          </a:xfrm>
          <a:prstGeom prst="rect">
            <a:avLst/>
          </a:prstGeom>
        </p:spPr>
      </p:pic>
      <p:sp>
        <p:nvSpPr>
          <p:cNvPr id="5" name="Rectangle 4">
            <a:extLst>
              <a:ext uri="{FF2B5EF4-FFF2-40B4-BE49-F238E27FC236}">
                <a16:creationId xmlns:a16="http://schemas.microsoft.com/office/drawing/2014/main" id="{5CE3FBBA-81E2-31F1-EF51-02706B5B5C0A}"/>
              </a:ext>
              <a:ext uri="{C183D7F6-B498-43B3-948B-1728B52AA6E4}">
                <adec:decorative xmlns:adec="http://schemas.microsoft.com/office/drawing/2017/decorative" val="1"/>
              </a:ext>
            </a:extLst>
          </p:cNvPr>
          <p:cNvSpPr/>
          <p:nvPr userDrawn="1"/>
        </p:nvSpPr>
        <p:spPr>
          <a:xfrm>
            <a:off x="2356339" y="-6350"/>
            <a:ext cx="9831801"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6" name="Straight Connector 5">
            <a:extLst>
              <a:ext uri="{FF2B5EF4-FFF2-40B4-BE49-F238E27FC236}">
                <a16:creationId xmlns:a16="http://schemas.microsoft.com/office/drawing/2014/main" id="{9AD3746D-3CD1-FFA5-0019-AD0C588B1924}"/>
              </a:ext>
              <a:ext uri="{C183D7F6-B498-43B3-948B-1728B52AA6E4}">
                <adec:decorative xmlns:adec="http://schemas.microsoft.com/office/drawing/2017/decorative" val="1"/>
              </a:ext>
            </a:extLst>
          </p:cNvPr>
          <p:cNvCxnSpPr>
            <a:cxnSpLocks/>
          </p:cNvCxnSpPr>
          <p:nvPr userDrawn="1"/>
        </p:nvCxnSpPr>
        <p:spPr>
          <a:xfrm>
            <a:off x="3305669" y="2002443"/>
            <a:ext cx="7922116"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3305669" y="113097"/>
            <a:ext cx="7420819" cy="1656304"/>
          </a:xfrm>
        </p:spPr>
        <p:txBody>
          <a:bodyPr lIns="0" anchor="b">
            <a:noAutofit/>
          </a:bodyPr>
          <a:lstStyle>
            <a:lvl1pPr algn="l">
              <a:defRPr sz="3200" cap="all" spc="0" baseline="0">
                <a:solidFill>
                  <a:schemeClr val="accent3">
                    <a:lumMod val="75000"/>
                  </a:schemeClr>
                </a:solidFill>
              </a:defRPr>
            </a:lvl1pPr>
          </a:lstStyle>
          <a:p>
            <a:r>
              <a:rPr lang="en-US" dirty="0"/>
              <a:t>Click to add title</a:t>
            </a:r>
          </a:p>
        </p:txBody>
      </p:sp>
      <p:sp>
        <p:nvSpPr>
          <p:cNvPr id="13" name="Content Placeholder 12">
            <a:extLst>
              <a:ext uri="{FF2B5EF4-FFF2-40B4-BE49-F238E27FC236}">
                <a16:creationId xmlns:a16="http://schemas.microsoft.com/office/drawing/2014/main" id="{B9624CF4-7769-4663-3361-39136F5E20C8}"/>
              </a:ext>
            </a:extLst>
          </p:cNvPr>
          <p:cNvSpPr>
            <a:spLocks noGrp="1"/>
          </p:cNvSpPr>
          <p:nvPr>
            <p:ph sz="quarter" idx="31" hasCustomPrompt="1"/>
          </p:nvPr>
        </p:nvSpPr>
        <p:spPr>
          <a:xfrm>
            <a:off x="3305669" y="2470150"/>
            <a:ext cx="7420819" cy="3676649"/>
          </a:xfrm>
        </p:spPr>
        <p:txBody>
          <a:bodyPr/>
          <a:lstStyle>
            <a:lvl1pPr marL="285750" indent="-285750">
              <a:lnSpc>
                <a:spcPct val="120000"/>
              </a:lnSpc>
              <a:spcBef>
                <a:spcPts val="1000"/>
              </a:spcBef>
              <a:spcAft>
                <a:spcPts val="600"/>
              </a:spcAft>
              <a:buClr>
                <a:schemeClr val="accent3"/>
              </a:buClr>
              <a:buFont typeface="Arial" panose="020B0604020202020204" pitchFamily="34" charset="0"/>
              <a:buChar char="•"/>
              <a:defRPr sz="1800">
                <a:solidFill>
                  <a:schemeClr val="bg1"/>
                </a:solidFill>
                <a:latin typeface="+mn-lt"/>
              </a:defRPr>
            </a:lvl1pPr>
            <a:lvl2pPr marL="800100" indent="-342900">
              <a:lnSpc>
                <a:spcPct val="120000"/>
              </a:lnSpc>
              <a:spcBef>
                <a:spcPts val="1000"/>
              </a:spcBef>
              <a:spcAft>
                <a:spcPts val="600"/>
              </a:spcAft>
              <a:buClr>
                <a:schemeClr val="accent3"/>
              </a:buClr>
              <a:buFont typeface="Arial" panose="020B0604020202020204" pitchFamily="34" charset="0"/>
              <a:buChar char="•"/>
              <a:defRPr sz="1600">
                <a:solidFill>
                  <a:schemeClr val="bg1"/>
                </a:solidFill>
                <a:latin typeface="+mn-lt"/>
              </a:defRPr>
            </a:lvl2pPr>
            <a:lvl3pPr marL="1257300" indent="-342900">
              <a:lnSpc>
                <a:spcPct val="120000"/>
              </a:lnSpc>
              <a:spcBef>
                <a:spcPts val="1000"/>
              </a:spcBef>
              <a:spcAft>
                <a:spcPts val="600"/>
              </a:spcAft>
              <a:buClr>
                <a:schemeClr val="accent3"/>
              </a:buClr>
              <a:buFont typeface="Arial" panose="020B0604020202020204" pitchFamily="34" charset="0"/>
              <a:buChar char="•"/>
              <a:defRPr sz="1400">
                <a:solidFill>
                  <a:schemeClr val="bg1"/>
                </a:solidFill>
                <a:latin typeface="+mn-lt"/>
              </a:defRPr>
            </a:lvl3pPr>
            <a:lvl4pPr marL="1657350" indent="-285750">
              <a:lnSpc>
                <a:spcPct val="120000"/>
              </a:lnSpc>
              <a:spcBef>
                <a:spcPts val="1000"/>
              </a:spcBef>
              <a:spcAft>
                <a:spcPts val="600"/>
              </a:spcAft>
              <a:buClr>
                <a:schemeClr val="accent3"/>
              </a:buClr>
              <a:buFont typeface="Arial" panose="020B0604020202020204" pitchFamily="34" charset="0"/>
              <a:buChar char="•"/>
              <a:defRPr sz="1200">
                <a:solidFill>
                  <a:schemeClr val="bg1"/>
                </a:solidFill>
                <a:latin typeface="+mn-lt"/>
              </a:defRPr>
            </a:lvl4pPr>
            <a:lvl5pPr marL="2114550" indent="-285750">
              <a:lnSpc>
                <a:spcPct val="120000"/>
              </a:lnSpc>
              <a:spcBef>
                <a:spcPts val="1000"/>
              </a:spcBef>
              <a:spcAft>
                <a:spcPts val="600"/>
              </a:spcAft>
              <a:buClr>
                <a:schemeClr val="accent3"/>
              </a:buClr>
              <a:buFont typeface="Arial" panose="020B0604020202020204" pitchFamily="34" charset="0"/>
              <a:buChar char="•"/>
              <a:defRPr sz="1200">
                <a:solidFill>
                  <a:schemeClr val="bg1"/>
                </a:solidFill>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102802670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361F2FA-20C7-5447-C138-CE2CA1867FE7}"/>
              </a:ext>
              <a:ext uri="{C183D7F6-B498-43B3-948B-1728B52AA6E4}">
                <adec:decorative xmlns:adec="http://schemas.microsoft.com/office/drawing/2017/decorative" val="1"/>
              </a:ext>
            </a:extLst>
          </p:cNvPr>
          <p:cNvGrpSpPr/>
          <p:nvPr userDrawn="1"/>
        </p:nvGrpSpPr>
        <p:grpSpPr>
          <a:xfrm>
            <a:off x="3" y="2"/>
            <a:ext cx="12191997" cy="6857998"/>
            <a:chOff x="3" y="2"/>
            <a:chExt cx="12191997" cy="6857998"/>
          </a:xfrm>
        </p:grpSpPr>
        <p:sp>
          <p:nvSpPr>
            <p:cNvPr id="21" name="Rectangle 20">
              <a:extLst>
                <a:ext uri="{FF2B5EF4-FFF2-40B4-BE49-F238E27FC236}">
                  <a16:creationId xmlns:a16="http://schemas.microsoft.com/office/drawing/2014/main" id="{DFEDD626-82E4-71C6-25F1-CDA46B7B3F39}"/>
                </a:ext>
              </a:extLst>
            </p:cNvPr>
            <p:cNvSpPr/>
            <p:nvPr/>
          </p:nvSpPr>
          <p:spPr>
            <a:xfrm>
              <a:off x="3" y="2"/>
              <a:ext cx="12191997" cy="6857998"/>
            </a:xfrm>
            <a:prstGeom prst="rect">
              <a:avLst/>
            </a:prstGeom>
            <a:gradFill flip="none" rotWithShape="1">
              <a:gsLst>
                <a:gs pos="0">
                  <a:srgbClr val="1A012C"/>
                </a:gs>
                <a:gs pos="45000">
                  <a:srgbClr val="1A012C">
                    <a:alpha val="50000"/>
                  </a:srgbClr>
                </a:gs>
                <a:gs pos="100000">
                  <a:schemeClr val="accent6">
                    <a:lumMod val="50000"/>
                    <a:alpha val="50000"/>
                  </a:schemeClr>
                </a:gs>
              </a:gsLst>
              <a:path path="circle">
                <a:fillToRect l="50000" t="50000" r="50000" b="5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a:extLst>
                <a:ext uri="{FF2B5EF4-FFF2-40B4-BE49-F238E27FC236}">
                  <a16:creationId xmlns:a16="http://schemas.microsoft.com/office/drawing/2014/main" id="{CDC952AF-CE06-54F7-CB4A-1722F90AC3DF}"/>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3" y="2"/>
              <a:ext cx="12191994" cy="6857996"/>
            </a:xfrm>
            <a:prstGeom prst="rect">
              <a:avLst/>
            </a:prstGeom>
          </p:spPr>
        </p:pic>
        <p:grpSp>
          <p:nvGrpSpPr>
            <p:cNvPr id="11" name="Group 10">
              <a:extLst>
                <a:ext uri="{FF2B5EF4-FFF2-40B4-BE49-F238E27FC236}">
                  <a16:creationId xmlns:a16="http://schemas.microsoft.com/office/drawing/2014/main" id="{6E6EDFF3-843B-AAE9-DB73-423142606F52}"/>
                </a:ext>
              </a:extLst>
            </p:cNvPr>
            <p:cNvGrpSpPr/>
            <p:nvPr/>
          </p:nvGrpSpPr>
          <p:grpSpPr>
            <a:xfrm rot="5400000">
              <a:off x="1645776" y="1222395"/>
              <a:ext cx="431603" cy="412684"/>
              <a:chOff x="1870859" y="869908"/>
              <a:chExt cx="431603" cy="412684"/>
            </a:xfrm>
          </p:grpSpPr>
          <p:sp>
            <p:nvSpPr>
              <p:cNvPr id="12" name="Graphic 15">
                <a:extLst>
                  <a:ext uri="{FF2B5EF4-FFF2-40B4-BE49-F238E27FC236}">
                    <a16:creationId xmlns:a16="http://schemas.microsoft.com/office/drawing/2014/main" id="{312F4F85-6C79-201D-E20D-64CD4728E4C8}"/>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3" name="Graphic 12">
                <a:extLst>
                  <a:ext uri="{FF2B5EF4-FFF2-40B4-BE49-F238E27FC236}">
                    <a16:creationId xmlns:a16="http://schemas.microsoft.com/office/drawing/2014/main" id="{01D71DAD-ECC6-A850-88E4-A4EDCF494A24}"/>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nvGrpSpPr>
            <p:cNvPr id="14" name="Group 13">
              <a:extLst>
                <a:ext uri="{FF2B5EF4-FFF2-40B4-BE49-F238E27FC236}">
                  <a16:creationId xmlns:a16="http://schemas.microsoft.com/office/drawing/2014/main" id="{C632CC6D-6024-2368-8EBA-4B7A2D6428BC}"/>
                </a:ext>
              </a:extLst>
            </p:cNvPr>
            <p:cNvGrpSpPr/>
            <p:nvPr/>
          </p:nvGrpSpPr>
          <p:grpSpPr>
            <a:xfrm rot="20626702">
              <a:off x="10248169" y="5448942"/>
              <a:ext cx="431603" cy="412684"/>
              <a:chOff x="1870859" y="869908"/>
              <a:chExt cx="431603" cy="412684"/>
            </a:xfrm>
          </p:grpSpPr>
          <p:sp>
            <p:nvSpPr>
              <p:cNvPr id="6" name="Graphic 15">
                <a:extLst>
                  <a:ext uri="{FF2B5EF4-FFF2-40B4-BE49-F238E27FC236}">
                    <a16:creationId xmlns:a16="http://schemas.microsoft.com/office/drawing/2014/main" id="{B05BE7BE-7D54-A09B-8A67-6B28CF6BB6C0}"/>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7" name="Graphic 12">
                <a:extLst>
                  <a:ext uri="{FF2B5EF4-FFF2-40B4-BE49-F238E27FC236}">
                    <a16:creationId xmlns:a16="http://schemas.microsoft.com/office/drawing/2014/main" id="{258346A9-F75C-6704-EEED-CF7A8A0F8010}"/>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sp>
        <p:nvSpPr>
          <p:cNvPr id="2" name="Title 1">
            <a:extLst>
              <a:ext uri="{FF2B5EF4-FFF2-40B4-BE49-F238E27FC236}">
                <a16:creationId xmlns:a16="http://schemas.microsoft.com/office/drawing/2014/main" id="{782CC39D-03B1-4933-F236-462B5862EBEC}"/>
              </a:ext>
            </a:extLst>
          </p:cNvPr>
          <p:cNvSpPr>
            <a:spLocks noGrp="1"/>
          </p:cNvSpPr>
          <p:nvPr>
            <p:ph type="title"/>
          </p:nvPr>
        </p:nvSpPr>
        <p:spPr>
          <a:xfrm>
            <a:off x="2932448" y="264160"/>
            <a:ext cx="6327105" cy="3373973"/>
          </a:xfrm>
        </p:spPr>
        <p:txBody>
          <a:bodyPr anchor="b"/>
          <a:lstStyle>
            <a:lvl1pPr algn="ctr">
              <a:defRPr sz="3200" cap="all" spc="600" baseline="0">
                <a:solidFill>
                  <a:schemeClr val="accent3">
                    <a:lumMod val="75000"/>
                  </a:schemeClr>
                </a:solidFill>
              </a:defRPr>
            </a:lvl1pPr>
          </a:lstStyle>
          <a:p>
            <a:r>
              <a:rPr lang="en-US"/>
              <a:t>Click to edit Master title style</a:t>
            </a:r>
            <a:endParaRPr lang="en-US" dirty="0"/>
          </a:p>
        </p:txBody>
      </p:sp>
      <p:sp>
        <p:nvSpPr>
          <p:cNvPr id="5" name="Subtitle 2">
            <a:extLst>
              <a:ext uri="{FF2B5EF4-FFF2-40B4-BE49-F238E27FC236}">
                <a16:creationId xmlns:a16="http://schemas.microsoft.com/office/drawing/2014/main" id="{F711CA51-49DC-62CA-F147-F286B1C9DBD9}"/>
              </a:ext>
            </a:extLst>
          </p:cNvPr>
          <p:cNvSpPr>
            <a:spLocks noGrp="1"/>
          </p:cNvSpPr>
          <p:nvPr>
            <p:ph type="subTitle" idx="1" hasCustomPrompt="1"/>
          </p:nvPr>
        </p:nvSpPr>
        <p:spPr>
          <a:xfrm>
            <a:off x="2932448" y="3962135"/>
            <a:ext cx="6327105" cy="2653771"/>
          </a:xfrm>
        </p:spPr>
        <p:txBody>
          <a:bodyPr>
            <a:noAutofit/>
          </a:bodyPr>
          <a:lstStyle>
            <a:lvl1pPr marL="0" indent="0" algn="ctr">
              <a:buNone/>
              <a:defRPr sz="1800" b="0" i="0" cap="all" spc="300" baseline="0">
                <a:solidFill>
                  <a:schemeClr val="bg1"/>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111834145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7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9C7D5518-914C-92E3-E9EC-26752C9F05AD}"/>
              </a:ext>
              <a:ext uri="{C183D7F6-B498-43B3-948B-1728B52AA6E4}">
                <adec:decorative xmlns:adec="http://schemas.microsoft.com/office/drawing/2017/decorative" val="1"/>
              </a:ext>
            </a:extLst>
          </p:cNvPr>
          <p:cNvGrpSpPr/>
          <p:nvPr userDrawn="1"/>
        </p:nvGrpSpPr>
        <p:grpSpPr>
          <a:xfrm>
            <a:off x="-1" y="-6350"/>
            <a:ext cx="12192000" cy="6864350"/>
            <a:chOff x="-1" y="-6350"/>
            <a:chExt cx="12192000" cy="6864350"/>
          </a:xfrm>
        </p:grpSpPr>
        <p:sp>
          <p:nvSpPr>
            <p:cNvPr id="4" name="Rectangle 3">
              <a:extLst>
                <a:ext uri="{FF2B5EF4-FFF2-40B4-BE49-F238E27FC236}">
                  <a16:creationId xmlns:a16="http://schemas.microsoft.com/office/drawing/2014/main" id="{C82D0B82-F74C-65EF-3BF6-8EEA16F36B7D}"/>
                </a:ext>
                <a:ext uri="{C183D7F6-B498-43B3-948B-1728B52AA6E4}">
                  <adec:decorative xmlns:adec="http://schemas.microsoft.com/office/drawing/2017/decorative" val="1"/>
                </a:ext>
              </a:extLst>
            </p:cNvPr>
            <p:cNvSpPr/>
            <p:nvPr/>
          </p:nvSpPr>
          <p:spPr>
            <a:xfrm>
              <a:off x="1428750" y="-6350"/>
              <a:ext cx="10763249"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pic>
          <p:nvPicPr>
            <p:cNvPr id="6" name="Picture 5" descr="A blue and purple spiral&#10;&#10;Description automatically generated">
              <a:extLst>
                <a:ext uri="{FF2B5EF4-FFF2-40B4-BE49-F238E27FC236}">
                  <a16:creationId xmlns:a16="http://schemas.microsoft.com/office/drawing/2014/main" id="{44E12326-9CF4-38EC-1BAF-1F994F220899}"/>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b="-93"/>
            <a:stretch/>
          </p:blipFill>
          <p:spPr>
            <a:xfrm flipH="1">
              <a:off x="-1" y="0"/>
              <a:ext cx="1428751" cy="6858000"/>
            </a:xfrm>
            <a:prstGeom prst="rect">
              <a:avLst/>
            </a:prstGeom>
          </p:spPr>
        </p:pic>
        <p:grpSp>
          <p:nvGrpSpPr>
            <p:cNvPr id="7" name="Group 6">
              <a:extLst>
                <a:ext uri="{FF2B5EF4-FFF2-40B4-BE49-F238E27FC236}">
                  <a16:creationId xmlns:a16="http://schemas.microsoft.com/office/drawing/2014/main" id="{AD5C1D9C-B114-FC6A-9213-7287D39EAD9F}"/>
                </a:ext>
              </a:extLst>
            </p:cNvPr>
            <p:cNvGrpSpPr/>
            <p:nvPr/>
          </p:nvGrpSpPr>
          <p:grpSpPr>
            <a:xfrm>
              <a:off x="10649689" y="4382998"/>
              <a:ext cx="754139" cy="1865729"/>
              <a:chOff x="653351" y="2693558"/>
              <a:chExt cx="754139" cy="1865729"/>
            </a:xfrm>
          </p:grpSpPr>
          <p:sp>
            <p:nvSpPr>
              <p:cNvPr id="11" name="Graphic 15">
                <a:extLst>
                  <a:ext uri="{FF2B5EF4-FFF2-40B4-BE49-F238E27FC236}">
                    <a16:creationId xmlns:a16="http://schemas.microsoft.com/office/drawing/2014/main" id="{2BC89B10-C93E-8CE5-73B3-F6049168C313}"/>
                  </a:ext>
                  <a:ext uri="{C183D7F6-B498-43B3-948B-1728B52AA6E4}">
                    <adec:decorative xmlns:adec="http://schemas.microsoft.com/office/drawing/2017/decorative" val="1"/>
                  </a:ext>
                </a:extLst>
              </p:cNvPr>
              <p:cNvSpPr/>
              <p:nvPr/>
            </p:nvSpPr>
            <p:spPr>
              <a:xfrm>
                <a:off x="1098137" y="2693558"/>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2" name="Graphic 12">
                <a:extLst>
                  <a:ext uri="{FF2B5EF4-FFF2-40B4-BE49-F238E27FC236}">
                    <a16:creationId xmlns:a16="http://schemas.microsoft.com/office/drawing/2014/main" id="{39DB2AA2-9661-AC91-932D-2F1BEC47BD84}"/>
                  </a:ext>
                  <a:ext uri="{C183D7F6-B498-43B3-948B-1728B52AA6E4}">
                    <adec:decorative xmlns:adec="http://schemas.microsoft.com/office/drawing/2017/decorative" val="1"/>
                  </a:ext>
                </a:extLst>
              </p:cNvPr>
              <p:cNvSpPr/>
              <p:nvPr/>
            </p:nvSpPr>
            <p:spPr>
              <a:xfrm>
                <a:off x="1306906" y="3837599"/>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sp>
            <p:nvSpPr>
              <p:cNvPr id="13" name="Graphic 12">
                <a:extLst>
                  <a:ext uri="{FF2B5EF4-FFF2-40B4-BE49-F238E27FC236}">
                    <a16:creationId xmlns:a16="http://schemas.microsoft.com/office/drawing/2014/main" id="{86C9AC9B-3792-E880-03FE-D46FB046AB63}"/>
                  </a:ext>
                  <a:ext uri="{C183D7F6-B498-43B3-948B-1728B52AA6E4}">
                    <adec:decorative xmlns:adec="http://schemas.microsoft.com/office/drawing/2017/decorative" val="1"/>
                  </a:ext>
                </a:extLst>
              </p:cNvPr>
              <p:cNvSpPr/>
              <p:nvPr/>
            </p:nvSpPr>
            <p:spPr>
              <a:xfrm>
                <a:off x="653351" y="4521502"/>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nvGrpSpPr>
            <p:cNvPr id="8" name="Group 7">
              <a:extLst>
                <a:ext uri="{FF2B5EF4-FFF2-40B4-BE49-F238E27FC236}">
                  <a16:creationId xmlns:a16="http://schemas.microsoft.com/office/drawing/2014/main" id="{1142A133-65D6-D958-C0CD-E8D45B9BD7BB}"/>
                </a:ext>
              </a:extLst>
            </p:cNvPr>
            <p:cNvGrpSpPr/>
            <p:nvPr/>
          </p:nvGrpSpPr>
          <p:grpSpPr>
            <a:xfrm>
              <a:off x="1870859" y="869908"/>
              <a:ext cx="431603" cy="412684"/>
              <a:chOff x="1870859" y="869908"/>
              <a:chExt cx="431603" cy="412684"/>
            </a:xfrm>
          </p:grpSpPr>
          <p:sp>
            <p:nvSpPr>
              <p:cNvPr id="9" name="Graphic 15">
                <a:extLst>
                  <a:ext uri="{FF2B5EF4-FFF2-40B4-BE49-F238E27FC236}">
                    <a16:creationId xmlns:a16="http://schemas.microsoft.com/office/drawing/2014/main" id="{A746B023-387D-4EAC-052B-60F131E6E707}"/>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0" name="Graphic 12">
                <a:extLst>
                  <a:ext uri="{FF2B5EF4-FFF2-40B4-BE49-F238E27FC236}">
                    <a16:creationId xmlns:a16="http://schemas.microsoft.com/office/drawing/2014/main" id="{20760125-21CF-A296-3EA7-3C6C0E9BCB2F}"/>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cxnSp>
        <p:nvCxnSpPr>
          <p:cNvPr id="14" name="Straight Connector 13">
            <a:extLst>
              <a:ext uri="{FF2B5EF4-FFF2-40B4-BE49-F238E27FC236}">
                <a16:creationId xmlns:a16="http://schemas.microsoft.com/office/drawing/2014/main" id="{7F851D11-41E3-33F2-CBA6-B2A9A5A2A517}"/>
              </a:ext>
              <a:ext uri="{C183D7F6-B498-43B3-948B-1728B52AA6E4}">
                <adec:decorative xmlns:adec="http://schemas.microsoft.com/office/drawing/2017/decorative" val="1"/>
              </a:ext>
            </a:extLst>
          </p:cNvPr>
          <p:cNvCxnSpPr>
            <a:cxnSpLocks/>
          </p:cNvCxnSpPr>
          <p:nvPr userDrawn="1"/>
        </p:nvCxnSpPr>
        <p:spPr>
          <a:xfrm>
            <a:off x="2369139" y="2002443"/>
            <a:ext cx="88735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2399620" y="162560"/>
            <a:ext cx="8843050" cy="1616904"/>
          </a:xfrm>
        </p:spPr>
        <p:txBody>
          <a:bodyPr lIns="0" anchor="b">
            <a:noAutofit/>
          </a:bodyPr>
          <a:lstStyle>
            <a:lvl1pPr algn="l">
              <a:defRPr sz="3200" cap="all" spc="0" baseline="0">
                <a:solidFill>
                  <a:schemeClr val="accent3">
                    <a:lumMod val="75000"/>
                  </a:schemeClr>
                </a:solidFill>
              </a:defRPr>
            </a:lvl1pPr>
          </a:lstStyle>
          <a:p>
            <a:r>
              <a:rPr lang="en-US" dirty="0"/>
              <a:t>Click to add title</a:t>
            </a:r>
          </a:p>
        </p:txBody>
      </p:sp>
      <p:sp>
        <p:nvSpPr>
          <p:cNvPr id="5" name="Content Placeholder 4">
            <a:extLst>
              <a:ext uri="{FF2B5EF4-FFF2-40B4-BE49-F238E27FC236}">
                <a16:creationId xmlns:a16="http://schemas.microsoft.com/office/drawing/2014/main" id="{A2003C5A-BF21-DE87-0ED1-3E2D0F32B5D8}"/>
              </a:ext>
            </a:extLst>
          </p:cNvPr>
          <p:cNvSpPr>
            <a:spLocks noGrp="1"/>
          </p:cNvSpPr>
          <p:nvPr>
            <p:ph sz="quarter" idx="35" hasCustomPrompt="1"/>
          </p:nvPr>
        </p:nvSpPr>
        <p:spPr>
          <a:xfrm>
            <a:off x="2373002" y="2474811"/>
            <a:ext cx="4015098" cy="3528397"/>
          </a:xfrm>
        </p:spPr>
        <p:txBody>
          <a:bodyPr/>
          <a:lstStyle>
            <a:lvl1pPr marL="0" indent="0">
              <a:lnSpc>
                <a:spcPct val="120000"/>
              </a:lnSpc>
              <a:spcBef>
                <a:spcPts val="1000"/>
              </a:spcBef>
              <a:buClr>
                <a:schemeClr val="accent6"/>
              </a:buClr>
              <a:buFont typeface="Arial" panose="020B0604020202020204" pitchFamily="34" charset="0"/>
              <a:buNone/>
              <a:defRPr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2pPr>
            <a:lvl3pPr marL="566928"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3pPr>
            <a:lvl4pPr marL="859536"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21" name="Content Placeholder 4">
            <a:extLst>
              <a:ext uri="{FF2B5EF4-FFF2-40B4-BE49-F238E27FC236}">
                <a16:creationId xmlns:a16="http://schemas.microsoft.com/office/drawing/2014/main" id="{D77F99A7-26FA-422E-43E9-C76B4A56E44A}"/>
              </a:ext>
            </a:extLst>
          </p:cNvPr>
          <p:cNvSpPr>
            <a:spLocks noGrp="1"/>
          </p:cNvSpPr>
          <p:nvPr>
            <p:ph sz="quarter" idx="36" hasCustomPrompt="1"/>
          </p:nvPr>
        </p:nvSpPr>
        <p:spPr>
          <a:xfrm>
            <a:off x="6995159" y="2474811"/>
            <a:ext cx="4227332" cy="3528397"/>
          </a:xfrm>
        </p:spPr>
        <p:txBody>
          <a:bodyPr/>
          <a:lstStyle>
            <a:lvl1pPr marL="0" indent="0">
              <a:lnSpc>
                <a:spcPct val="120000"/>
              </a:lnSpc>
              <a:spcBef>
                <a:spcPts val="1000"/>
              </a:spcBef>
              <a:buClr>
                <a:schemeClr val="accent6"/>
              </a:buClr>
              <a:buFont typeface="Arial" panose="020B0604020202020204" pitchFamily="34" charset="0"/>
              <a:buNone/>
              <a:defRPr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2pPr>
            <a:lvl3pPr marL="566928"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3pPr>
            <a:lvl4pPr marL="859536"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127582842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8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3A7247A-846A-F316-B494-69B42CBF34DD}"/>
              </a:ext>
              <a:ext uri="{C183D7F6-B498-43B3-948B-1728B52AA6E4}">
                <adec:decorative xmlns:adec="http://schemas.microsoft.com/office/drawing/2017/decorative" val="1"/>
              </a:ext>
            </a:extLst>
          </p:cNvPr>
          <p:cNvSpPr/>
          <p:nvPr userDrawn="1"/>
        </p:nvSpPr>
        <p:spPr>
          <a:xfrm>
            <a:off x="321869" y="343814"/>
            <a:ext cx="11550701" cy="6210605"/>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4" name="Straight Connector 3">
            <a:extLst>
              <a:ext uri="{FF2B5EF4-FFF2-40B4-BE49-F238E27FC236}">
                <a16:creationId xmlns:a16="http://schemas.microsoft.com/office/drawing/2014/main" id="{884B3AF6-983E-0901-0045-6CDF4E93E1BA}"/>
              </a:ext>
              <a:ext uri="{C183D7F6-B498-43B3-948B-1728B52AA6E4}">
                <adec:decorative xmlns:adec="http://schemas.microsoft.com/office/drawing/2017/decorative" val="1"/>
              </a:ext>
            </a:extLst>
          </p:cNvPr>
          <p:cNvCxnSpPr>
            <a:cxnSpLocks/>
          </p:cNvCxnSpPr>
          <p:nvPr userDrawn="1"/>
        </p:nvCxnSpPr>
        <p:spPr>
          <a:xfrm>
            <a:off x="807039" y="1983705"/>
            <a:ext cx="104356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3C5B7647-403E-A66E-6CF4-0D3A99AA5154}"/>
              </a:ext>
              <a:ext uri="{C183D7F6-B498-43B3-948B-1728B52AA6E4}">
                <adec:decorative xmlns:adec="http://schemas.microsoft.com/office/drawing/2017/decorative" val="1"/>
              </a:ext>
            </a:extLst>
          </p:cNvPr>
          <p:cNvGrpSpPr/>
          <p:nvPr userDrawn="1"/>
        </p:nvGrpSpPr>
        <p:grpSpPr>
          <a:xfrm rot="10800000" flipH="1">
            <a:off x="10488530" y="4210019"/>
            <a:ext cx="754139" cy="1865729"/>
            <a:chOff x="653351" y="2693558"/>
            <a:chExt cx="754139" cy="1865729"/>
          </a:xfrm>
        </p:grpSpPr>
        <p:sp>
          <p:nvSpPr>
            <p:cNvPr id="10" name="Graphic 15">
              <a:extLst>
                <a:ext uri="{FF2B5EF4-FFF2-40B4-BE49-F238E27FC236}">
                  <a16:creationId xmlns:a16="http://schemas.microsoft.com/office/drawing/2014/main" id="{E48E731E-FEF1-9C59-64B0-9CB6E8853912}"/>
                </a:ext>
                <a:ext uri="{C183D7F6-B498-43B3-948B-1728B52AA6E4}">
                  <adec:decorative xmlns:adec="http://schemas.microsoft.com/office/drawing/2017/decorative" val="1"/>
                </a:ext>
              </a:extLst>
            </p:cNvPr>
            <p:cNvSpPr/>
            <p:nvPr/>
          </p:nvSpPr>
          <p:spPr>
            <a:xfrm>
              <a:off x="1098137" y="2693558"/>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1" name="Graphic 12">
              <a:extLst>
                <a:ext uri="{FF2B5EF4-FFF2-40B4-BE49-F238E27FC236}">
                  <a16:creationId xmlns:a16="http://schemas.microsoft.com/office/drawing/2014/main" id="{AFE83BB3-4D12-8E20-CA93-1834D7F0A434}"/>
                </a:ext>
                <a:ext uri="{C183D7F6-B498-43B3-948B-1728B52AA6E4}">
                  <adec:decorative xmlns:adec="http://schemas.microsoft.com/office/drawing/2017/decorative" val="1"/>
                </a:ext>
              </a:extLst>
            </p:cNvPr>
            <p:cNvSpPr/>
            <p:nvPr/>
          </p:nvSpPr>
          <p:spPr>
            <a:xfrm>
              <a:off x="1306906" y="3837599"/>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sp>
          <p:nvSpPr>
            <p:cNvPr id="12" name="Graphic 12">
              <a:extLst>
                <a:ext uri="{FF2B5EF4-FFF2-40B4-BE49-F238E27FC236}">
                  <a16:creationId xmlns:a16="http://schemas.microsoft.com/office/drawing/2014/main" id="{3EB1D810-BC05-6C0E-0DE4-3604EBAADCC3}"/>
                </a:ext>
                <a:ext uri="{C183D7F6-B498-43B3-948B-1728B52AA6E4}">
                  <adec:decorative xmlns:adec="http://schemas.microsoft.com/office/drawing/2017/decorative" val="1"/>
                </a:ext>
              </a:extLst>
            </p:cNvPr>
            <p:cNvSpPr/>
            <p:nvPr/>
          </p:nvSpPr>
          <p:spPr>
            <a:xfrm>
              <a:off x="653351" y="4521502"/>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741680" y="430482"/>
            <a:ext cx="10500989" cy="1327464"/>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5" name="Content Placeholder 4">
            <a:extLst>
              <a:ext uri="{FF2B5EF4-FFF2-40B4-BE49-F238E27FC236}">
                <a16:creationId xmlns:a16="http://schemas.microsoft.com/office/drawing/2014/main" id="{A2003C5A-BF21-DE87-0ED1-3E2D0F32B5D8}"/>
              </a:ext>
            </a:extLst>
          </p:cNvPr>
          <p:cNvSpPr>
            <a:spLocks noGrp="1"/>
          </p:cNvSpPr>
          <p:nvPr>
            <p:ph sz="quarter" idx="35" hasCustomPrompt="1"/>
          </p:nvPr>
        </p:nvSpPr>
        <p:spPr>
          <a:xfrm>
            <a:off x="807038" y="2465539"/>
            <a:ext cx="3774587" cy="3723753"/>
          </a:xfrm>
        </p:spPr>
        <p:txBody>
          <a:bodyPr/>
          <a:lstStyle>
            <a:lvl1pPr marL="342900" indent="-342900">
              <a:lnSpc>
                <a:spcPct val="120000"/>
              </a:lnSpc>
              <a:spcBef>
                <a:spcPts val="1000"/>
              </a:spcBef>
              <a:buClr>
                <a:schemeClr val="accent3">
                  <a:lumMod val="75000"/>
                </a:schemeClr>
              </a:buClr>
              <a:buFont typeface="+mj-lt"/>
              <a:buAutoNum type="arabicPeriod"/>
              <a:defRPr sz="1800" spc="0" baseline="0">
                <a:solidFill>
                  <a:schemeClr val="bg1"/>
                </a:solidFill>
                <a:latin typeface="+mn-lt"/>
              </a:defRPr>
            </a:lvl1pPr>
            <a:lvl2pPr marL="626364" indent="-342900">
              <a:lnSpc>
                <a:spcPct val="120000"/>
              </a:lnSpc>
              <a:spcBef>
                <a:spcPts val="1000"/>
              </a:spcBef>
              <a:buClr>
                <a:schemeClr val="accent3">
                  <a:lumMod val="75000"/>
                </a:schemeClr>
              </a:buClr>
              <a:buFont typeface="+mj-lt"/>
              <a:buAutoNum type="alphaLcPeriod"/>
              <a:defRPr sz="1800" spc="0">
                <a:solidFill>
                  <a:schemeClr val="bg1"/>
                </a:solidFill>
                <a:latin typeface="+mn-lt"/>
              </a:defRPr>
            </a:lvl2pPr>
            <a:lvl3pPr marL="918972" indent="-342900">
              <a:lnSpc>
                <a:spcPct val="120000"/>
              </a:lnSpc>
              <a:spcBef>
                <a:spcPts val="1000"/>
              </a:spcBef>
              <a:buClr>
                <a:schemeClr val="accent3">
                  <a:lumMod val="75000"/>
                </a:schemeClr>
              </a:buClr>
              <a:buFont typeface="+mj-lt"/>
              <a:buAutoNum type="arabicParenR"/>
              <a:defRPr sz="1800" spc="0">
                <a:solidFill>
                  <a:schemeClr val="bg1"/>
                </a:solidFill>
                <a:latin typeface="+mn-lt"/>
              </a:defRPr>
            </a:lvl3pPr>
            <a:lvl4pPr marL="1209294" indent="-342900">
              <a:lnSpc>
                <a:spcPct val="120000"/>
              </a:lnSpc>
              <a:spcBef>
                <a:spcPts val="1000"/>
              </a:spcBef>
              <a:buClr>
                <a:schemeClr val="accent3">
                  <a:lumMod val="75000"/>
                </a:schemeClr>
              </a:buClr>
              <a:buFont typeface="+mj-lt"/>
              <a:buAutoNum type="alphaLcParenR"/>
              <a:defRPr sz="1800" spc="0">
                <a:solidFill>
                  <a:schemeClr val="bg1"/>
                </a:solidFill>
                <a:latin typeface="+mn-lt"/>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4927600" y="2465539"/>
            <a:ext cx="6315069" cy="3723753"/>
          </a:xfrm>
        </p:spPr>
        <p:txBody>
          <a:bodyPr/>
          <a:lstStyle>
            <a:lvl1pPr marL="0" indent="0">
              <a:lnSpc>
                <a:spcPct val="120000"/>
              </a:lnSpc>
              <a:spcBef>
                <a:spcPts val="1000"/>
              </a:spcBef>
              <a:buClr>
                <a:schemeClr val="accent6"/>
              </a:buClr>
              <a:buFont typeface="Arial" panose="020B0604020202020204" pitchFamily="34" charset="0"/>
              <a:buNone/>
              <a:defRPr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latin typeface="+mn-lt"/>
              </a:defRPr>
            </a:lvl2pPr>
            <a:lvl3pPr marL="566928"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latin typeface="+mn-lt"/>
              </a:defRPr>
            </a:lvl3pPr>
            <a:lvl4pPr marL="859536"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latin typeface="+mn-lt"/>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96622275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and 2 column">
    <p:bg>
      <p:bgPr>
        <a:gradFill>
          <a:gsLst>
            <a:gs pos="100000">
              <a:schemeClr val="tx2"/>
            </a:gs>
            <a:gs pos="81000">
              <a:schemeClr val="accent6"/>
            </a:gs>
            <a:gs pos="55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123B0D0-B01D-0BB0-6127-A878BE49D18E}"/>
              </a:ext>
              <a:ext uri="{C183D7F6-B498-43B3-948B-1728B52AA6E4}">
                <adec:decorative xmlns:adec="http://schemas.microsoft.com/office/drawing/2017/decorative" val="1"/>
              </a:ext>
            </a:extLst>
          </p:cNvPr>
          <p:cNvSpPr/>
          <p:nvPr userDrawn="1"/>
        </p:nvSpPr>
        <p:spPr>
          <a:xfrm>
            <a:off x="6039728" y="-6350"/>
            <a:ext cx="6154615"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Nova"/>
              <a:ea typeface="+mn-ea"/>
              <a:cs typeface="+mn-cs"/>
            </a:endParaRPr>
          </a:p>
        </p:txBody>
      </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6889627" y="173736"/>
            <a:ext cx="4352662" cy="2203704"/>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10" name="Picture Placeholder 9">
            <a:extLst>
              <a:ext uri="{FF2B5EF4-FFF2-40B4-BE49-F238E27FC236}">
                <a16:creationId xmlns:a16="http://schemas.microsoft.com/office/drawing/2014/main" id="{6C363351-4779-B42E-ED7A-C4AF2920BABC}"/>
              </a:ext>
            </a:extLst>
          </p:cNvPr>
          <p:cNvSpPr>
            <a:spLocks noGrp="1"/>
          </p:cNvSpPr>
          <p:nvPr>
            <p:ph type="pic" sz="quarter" idx="37"/>
          </p:nvPr>
        </p:nvSpPr>
        <p:spPr>
          <a:xfrm>
            <a:off x="336550" y="336550"/>
            <a:ext cx="5303640" cy="6184900"/>
          </a:xfrm>
        </p:spPr>
        <p:txBody>
          <a:bodyPr/>
          <a:lstStyle>
            <a:lvl1pPr algn="ctr">
              <a:defRPr sz="2000"/>
            </a:lvl1pPr>
          </a:lstStyle>
          <a:p>
            <a:r>
              <a:rPr lang="en-US"/>
              <a:t>Click icon to add picture</a:t>
            </a:r>
            <a:endParaRPr lang="en-US" dirty="0"/>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6889627" y="3104277"/>
            <a:ext cx="4371560" cy="3022201"/>
          </a:xfrm>
        </p:spPr>
        <p:txBody>
          <a:bodyPr/>
          <a:lstStyle>
            <a:lvl1pPr marL="0" indent="0">
              <a:lnSpc>
                <a:spcPct val="120000"/>
              </a:lnSpc>
              <a:spcBef>
                <a:spcPts val="1000"/>
              </a:spcBef>
              <a:spcAft>
                <a:spcPts val="600"/>
              </a:spcAft>
              <a:buClr>
                <a:schemeClr val="accent6"/>
              </a:buClr>
              <a:buFont typeface="Arial" panose="020B0604020202020204" pitchFamily="34" charset="0"/>
              <a:buNone/>
              <a:defRPr sz="1800" spc="0" baseline="0">
                <a:solidFill>
                  <a:schemeClr val="bg1"/>
                </a:solidFill>
                <a:latin typeface="+mn-lt"/>
              </a:defRPr>
            </a:lvl1pPr>
            <a:lvl2pPr marL="569214" indent="-285750">
              <a:lnSpc>
                <a:spcPct val="120000"/>
              </a:lnSpc>
              <a:spcBef>
                <a:spcPts val="1000"/>
              </a:spcBef>
              <a:spcAft>
                <a:spcPts val="600"/>
              </a:spcAft>
              <a:buClr>
                <a:schemeClr val="accent3"/>
              </a:buClr>
              <a:buFont typeface="Arial" panose="020B0604020202020204" pitchFamily="34" charset="0"/>
              <a:buChar char="•"/>
              <a:defRPr sz="1800" spc="0"/>
            </a:lvl2pPr>
            <a:lvl3pPr marL="861822" indent="-285750">
              <a:lnSpc>
                <a:spcPct val="120000"/>
              </a:lnSpc>
              <a:spcBef>
                <a:spcPts val="1000"/>
              </a:spcBef>
              <a:spcAft>
                <a:spcPts val="600"/>
              </a:spcAft>
              <a:buClr>
                <a:schemeClr val="accent3"/>
              </a:buClr>
              <a:buFont typeface="Arial" panose="020B0604020202020204" pitchFamily="34" charset="0"/>
              <a:buChar char="•"/>
              <a:defRPr sz="1800" spc="0"/>
            </a:lvl3pPr>
            <a:lvl4pPr marL="1152144" indent="-285750">
              <a:lnSpc>
                <a:spcPct val="120000"/>
              </a:lnSpc>
              <a:spcBef>
                <a:spcPts val="1000"/>
              </a:spcBef>
              <a:spcAft>
                <a:spcPts val="600"/>
              </a:spcAft>
              <a:buClr>
                <a:schemeClr val="accent3"/>
              </a:buClr>
              <a:buFont typeface="Arial" panose="020B0604020202020204" pitchFamily="34" charset="0"/>
              <a:buChar char="•"/>
              <a:defRPr sz="1800" spc="0"/>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cxnSp>
        <p:nvCxnSpPr>
          <p:cNvPr id="4" name="Straight Connector 3">
            <a:extLst>
              <a:ext uri="{FF2B5EF4-FFF2-40B4-BE49-F238E27FC236}">
                <a16:creationId xmlns:a16="http://schemas.microsoft.com/office/drawing/2014/main" id="{F0712911-615E-724B-FC0F-996291526D31}"/>
              </a:ext>
              <a:ext uri="{C183D7F6-B498-43B3-948B-1728B52AA6E4}">
                <adec:decorative xmlns:adec="http://schemas.microsoft.com/office/drawing/2017/decorative" val="1"/>
              </a:ext>
            </a:extLst>
          </p:cNvPr>
          <p:cNvCxnSpPr>
            <a:cxnSpLocks/>
          </p:cNvCxnSpPr>
          <p:nvPr userDrawn="1"/>
        </p:nvCxnSpPr>
        <p:spPr>
          <a:xfrm>
            <a:off x="6889627" y="2679480"/>
            <a:ext cx="4352662"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308264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9_Title and 2 column">
    <p:bg>
      <p:bgPr>
        <a:gradFill>
          <a:gsLst>
            <a:gs pos="100000">
              <a:schemeClr val="tx2"/>
            </a:gs>
            <a:gs pos="81000">
              <a:schemeClr val="accent6"/>
            </a:gs>
            <a:gs pos="55000">
              <a:srgbClr val="02090E"/>
            </a:gs>
            <a:gs pos="14000">
              <a:schemeClr val="accent4">
                <a:lumMod val="75000"/>
              </a:schemeClr>
            </a:gs>
            <a:gs pos="0">
              <a:schemeClr val="accent4"/>
            </a:gs>
          </a:gsLst>
          <a:lin ang="27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CFFF0E2-6B47-67EB-D6AA-D972E7B7C367}"/>
              </a:ext>
              <a:ext uri="{C183D7F6-B498-43B3-948B-1728B52AA6E4}">
                <adec:decorative xmlns:adec="http://schemas.microsoft.com/office/drawing/2017/decorative" val="1"/>
              </a:ext>
            </a:extLst>
          </p:cNvPr>
          <p:cNvSpPr/>
          <p:nvPr userDrawn="1"/>
        </p:nvSpPr>
        <p:spPr>
          <a:xfrm>
            <a:off x="0" y="-6350"/>
            <a:ext cx="4646951"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Nova"/>
              <a:ea typeface="+mn-ea"/>
              <a:cs typeface="+mn-cs"/>
            </a:endParaRPr>
          </a:p>
        </p:txBody>
      </p:sp>
      <p:cxnSp>
        <p:nvCxnSpPr>
          <p:cNvPr id="4" name="Straight Connector 3">
            <a:extLst>
              <a:ext uri="{FF2B5EF4-FFF2-40B4-BE49-F238E27FC236}">
                <a16:creationId xmlns:a16="http://schemas.microsoft.com/office/drawing/2014/main" id="{94827F6F-999F-23E9-8C09-325D1A76B07A}"/>
              </a:ext>
              <a:ext uri="{C183D7F6-B498-43B3-948B-1728B52AA6E4}">
                <adec:decorative xmlns:adec="http://schemas.microsoft.com/office/drawing/2017/decorative" val="1"/>
              </a:ext>
            </a:extLst>
          </p:cNvPr>
          <p:cNvCxnSpPr>
            <a:cxnSpLocks/>
          </p:cNvCxnSpPr>
          <p:nvPr userDrawn="1"/>
        </p:nvCxnSpPr>
        <p:spPr>
          <a:xfrm>
            <a:off x="835831" y="2680134"/>
            <a:ext cx="3114078"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835370" y="171396"/>
            <a:ext cx="3736630" cy="2202350"/>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841716" y="3078480"/>
            <a:ext cx="3108193" cy="3047997"/>
          </a:xfrm>
        </p:spPr>
        <p:txBody>
          <a:bodyPr/>
          <a:lstStyle>
            <a:lvl1pPr marL="0" indent="0">
              <a:lnSpc>
                <a:spcPct val="120000"/>
              </a:lnSpc>
              <a:spcBef>
                <a:spcPts val="1000"/>
              </a:spcBef>
              <a:spcAft>
                <a:spcPts val="600"/>
              </a:spcAft>
              <a:buClr>
                <a:schemeClr val="accent6"/>
              </a:buClr>
              <a:buFont typeface="Arial" panose="020B0604020202020204" pitchFamily="34" charset="0"/>
              <a:buNone/>
              <a:defRPr sz="1800" spc="0" baseline="0">
                <a:solidFill>
                  <a:schemeClr val="bg1"/>
                </a:solidFill>
                <a:latin typeface="+mn-lt"/>
              </a:defRPr>
            </a:lvl1pPr>
            <a:lvl2pPr marL="569214" indent="-285750">
              <a:lnSpc>
                <a:spcPct val="120000"/>
              </a:lnSpc>
              <a:spcBef>
                <a:spcPts val="1000"/>
              </a:spcBef>
              <a:spcAft>
                <a:spcPts val="600"/>
              </a:spcAft>
              <a:buClr>
                <a:schemeClr val="accent3"/>
              </a:buClr>
              <a:buFont typeface="Arial" panose="020B0604020202020204" pitchFamily="34" charset="0"/>
              <a:buChar char="•"/>
              <a:defRPr sz="1800" spc="0"/>
            </a:lvl2pPr>
            <a:lvl3pPr marL="861822" indent="-285750">
              <a:lnSpc>
                <a:spcPct val="120000"/>
              </a:lnSpc>
              <a:spcBef>
                <a:spcPts val="1000"/>
              </a:spcBef>
              <a:spcAft>
                <a:spcPts val="600"/>
              </a:spcAft>
              <a:buClr>
                <a:schemeClr val="accent3"/>
              </a:buClr>
              <a:buFont typeface="Arial" panose="020B0604020202020204" pitchFamily="34" charset="0"/>
              <a:buChar char="•"/>
              <a:defRPr sz="1800" spc="0"/>
            </a:lvl3pPr>
            <a:lvl4pPr marL="1152144" indent="-285750">
              <a:lnSpc>
                <a:spcPct val="120000"/>
              </a:lnSpc>
              <a:spcBef>
                <a:spcPts val="1000"/>
              </a:spcBef>
              <a:spcAft>
                <a:spcPts val="600"/>
              </a:spcAft>
              <a:buClr>
                <a:schemeClr val="accent3"/>
              </a:buClr>
              <a:buFont typeface="Arial" panose="020B0604020202020204" pitchFamily="34" charset="0"/>
              <a:buChar char="•"/>
              <a:defRPr sz="1800" spc="0"/>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2" name="Table Placeholder 11">
            <a:extLst>
              <a:ext uri="{FF2B5EF4-FFF2-40B4-BE49-F238E27FC236}">
                <a16:creationId xmlns:a16="http://schemas.microsoft.com/office/drawing/2014/main" id="{D360C16C-E69B-FDEF-F033-CA9A2E238288}"/>
              </a:ext>
            </a:extLst>
          </p:cNvPr>
          <p:cNvSpPr>
            <a:spLocks noGrp="1"/>
          </p:cNvSpPr>
          <p:nvPr>
            <p:ph type="tbl" sz="quarter" idx="37"/>
          </p:nvPr>
        </p:nvSpPr>
        <p:spPr>
          <a:xfrm>
            <a:off x="5067300" y="404813"/>
            <a:ext cx="6705600" cy="6048375"/>
          </a:xfrm>
        </p:spPr>
        <p:txBody>
          <a:bodyPr/>
          <a:lstStyle>
            <a:lvl1pPr>
              <a:defRPr sz="2400">
                <a:latin typeface="+mn-lt"/>
              </a:defRPr>
            </a:lvl1pPr>
          </a:lstStyle>
          <a:p>
            <a:r>
              <a:rPr lang="en-US"/>
              <a:t>Click icon to add table</a:t>
            </a:r>
            <a:endParaRPr lang="en-US" dirty="0"/>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Tree>
    <p:extLst>
      <p:ext uri="{BB962C8B-B14F-4D97-AF65-F5344CB8AC3E}">
        <p14:creationId xmlns:p14="http://schemas.microsoft.com/office/powerpoint/2010/main" val="390721985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196A82D-0723-4BA3-0283-9F0D67B0CEF4}"/>
              </a:ext>
              <a:ext uri="{C183D7F6-B498-43B3-948B-1728B52AA6E4}">
                <adec:decorative xmlns:adec="http://schemas.microsoft.com/office/drawing/2017/decorative" val="1"/>
              </a:ext>
            </a:extLst>
          </p:cNvPr>
          <p:cNvSpPr/>
          <p:nvPr userDrawn="1"/>
        </p:nvSpPr>
        <p:spPr>
          <a:xfrm>
            <a:off x="0" y="0"/>
            <a:ext cx="12191999" cy="685800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4" name="Straight Connector 3">
            <a:extLst>
              <a:ext uri="{FF2B5EF4-FFF2-40B4-BE49-F238E27FC236}">
                <a16:creationId xmlns:a16="http://schemas.microsoft.com/office/drawing/2014/main" id="{6A20A5FD-BDFB-45F2-E644-E93FB81CA575}"/>
              </a:ext>
              <a:ext uri="{C183D7F6-B498-43B3-948B-1728B52AA6E4}">
                <adec:decorative xmlns:adec="http://schemas.microsoft.com/office/drawing/2017/decorative" val="1"/>
              </a:ext>
            </a:extLst>
          </p:cNvPr>
          <p:cNvCxnSpPr>
            <a:cxnSpLocks/>
          </p:cNvCxnSpPr>
          <p:nvPr userDrawn="1"/>
        </p:nvCxnSpPr>
        <p:spPr>
          <a:xfrm>
            <a:off x="807039" y="1983416"/>
            <a:ext cx="104356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733562" y="433906"/>
            <a:ext cx="10515601" cy="1327464"/>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814302" y="2465535"/>
            <a:ext cx="7303538" cy="3427265"/>
          </a:xfrm>
        </p:spPr>
        <p:txBody>
          <a:bodyPr/>
          <a:lstStyle>
            <a:lvl1pPr marL="283464" indent="-283464">
              <a:lnSpc>
                <a:spcPct val="120000"/>
              </a:lnSpc>
              <a:spcBef>
                <a:spcPts val="1000"/>
              </a:spcBef>
              <a:buClr>
                <a:schemeClr val="accent3"/>
              </a:buClr>
              <a:buFont typeface="Arial" panose="020B0604020202020204" pitchFamily="34" charset="0"/>
              <a:buChar char="•"/>
              <a:defRPr sz="1800" spc="0" baseline="0">
                <a:solidFill>
                  <a:schemeClr val="bg1"/>
                </a:solidFill>
                <a:latin typeface="+mn-lt"/>
              </a:defRPr>
            </a:lvl1pPr>
            <a:lvl2pPr marL="566928" indent="-283464">
              <a:lnSpc>
                <a:spcPct val="120000"/>
              </a:lnSpc>
              <a:spcBef>
                <a:spcPts val="500"/>
              </a:spcBef>
              <a:buClr>
                <a:schemeClr val="accent3"/>
              </a:buClr>
              <a:defRPr sz="1800" spc="0"/>
            </a:lvl2pPr>
            <a:lvl3pPr marL="859536" indent="-283464">
              <a:lnSpc>
                <a:spcPct val="120000"/>
              </a:lnSpc>
              <a:spcBef>
                <a:spcPts val="500"/>
              </a:spcBef>
              <a:buClr>
                <a:schemeClr val="accent3"/>
              </a:buClr>
              <a:defRPr sz="1800" spc="0"/>
            </a:lvl3pPr>
            <a:lvl4pPr marL="1152144">
              <a:lnSpc>
                <a:spcPct val="120000"/>
              </a:lnSpc>
              <a:spcBef>
                <a:spcPts val="500"/>
              </a:spcBef>
              <a:buClr>
                <a:schemeClr val="accent3"/>
              </a:buClr>
              <a:defRPr sz="1800" spc="0"/>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0" name="Content Placeholder 9">
            <a:extLst>
              <a:ext uri="{FF2B5EF4-FFF2-40B4-BE49-F238E27FC236}">
                <a16:creationId xmlns:a16="http://schemas.microsoft.com/office/drawing/2014/main" id="{4E7FC75E-AA73-003E-D4E3-B1819886AF9C}"/>
              </a:ext>
            </a:extLst>
          </p:cNvPr>
          <p:cNvSpPr>
            <a:spLocks noGrp="1"/>
          </p:cNvSpPr>
          <p:nvPr>
            <p:ph sz="quarter" idx="37" hasCustomPrompt="1"/>
          </p:nvPr>
        </p:nvSpPr>
        <p:spPr>
          <a:xfrm>
            <a:off x="8392160" y="2465388"/>
            <a:ext cx="2856865" cy="3427412"/>
          </a:xfrm>
        </p:spPr>
        <p:txBody>
          <a:bodyPr/>
          <a:lstStyle>
            <a:lvl1pPr marL="0" indent="0">
              <a:lnSpc>
                <a:spcPct val="120000"/>
              </a:lnSpc>
              <a:spcBef>
                <a:spcPts val="1000"/>
              </a:spcBef>
              <a:buFont typeface="Arial" panose="020B0604020202020204" pitchFamily="34" charset="0"/>
              <a:buNone/>
              <a:defRPr sz="1800">
                <a:solidFill>
                  <a:schemeClr val="bg1"/>
                </a:solidFill>
                <a:latin typeface="+mn-lt"/>
              </a:defRPr>
            </a:lvl1pPr>
            <a:lvl2pPr marL="457200" indent="0">
              <a:lnSpc>
                <a:spcPct val="120000"/>
              </a:lnSpc>
              <a:spcBef>
                <a:spcPts val="1000"/>
              </a:spcBef>
              <a:buNone/>
              <a:defRPr sz="1600">
                <a:solidFill>
                  <a:schemeClr val="bg1"/>
                </a:solidFill>
                <a:latin typeface="+mn-lt"/>
              </a:defRPr>
            </a:lvl2pPr>
            <a:lvl3pPr marL="914400" indent="0">
              <a:lnSpc>
                <a:spcPct val="120000"/>
              </a:lnSpc>
              <a:spcBef>
                <a:spcPts val="1000"/>
              </a:spcBef>
              <a:buNone/>
              <a:defRPr sz="1400">
                <a:solidFill>
                  <a:schemeClr val="bg1"/>
                </a:solidFill>
                <a:latin typeface="+mn-lt"/>
              </a:defRPr>
            </a:lvl3pPr>
            <a:lvl4pPr marL="1371600" indent="0">
              <a:lnSpc>
                <a:spcPct val="120000"/>
              </a:lnSpc>
              <a:spcBef>
                <a:spcPts val="1000"/>
              </a:spcBef>
              <a:buNone/>
              <a:defRPr sz="1200">
                <a:solidFill>
                  <a:schemeClr val="bg1"/>
                </a:solidFill>
                <a:latin typeface="+mn-lt"/>
              </a:defRPr>
            </a:lvl4pPr>
            <a:lvl5pPr marL="1828800" indent="0">
              <a:lnSpc>
                <a:spcPct val="120000"/>
              </a:lnSpc>
              <a:spcBef>
                <a:spcPts val="1000"/>
              </a:spcBef>
              <a:buNone/>
              <a:defRPr sz="12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324561196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2D51531-1219-2E4B-DCE7-C6FD9D809F0C}"/>
              </a:ext>
              <a:ext uri="{C183D7F6-B498-43B3-948B-1728B52AA6E4}">
                <adec:decorative xmlns:adec="http://schemas.microsoft.com/office/drawing/2017/decorative" val="1"/>
              </a:ext>
            </a:extLst>
          </p:cNvPr>
          <p:cNvSpPr/>
          <p:nvPr userDrawn="1"/>
        </p:nvSpPr>
        <p:spPr>
          <a:xfrm>
            <a:off x="321869" y="343814"/>
            <a:ext cx="11550701" cy="6210605"/>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4" name="Straight Connector 3">
            <a:extLst>
              <a:ext uri="{FF2B5EF4-FFF2-40B4-BE49-F238E27FC236}">
                <a16:creationId xmlns:a16="http://schemas.microsoft.com/office/drawing/2014/main" id="{BEC02E56-87A4-158A-F0B0-DB8E9BE3AE5E}"/>
              </a:ext>
              <a:ext uri="{C183D7F6-B498-43B3-948B-1728B52AA6E4}">
                <adec:decorative xmlns:adec="http://schemas.microsoft.com/office/drawing/2017/decorative" val="1"/>
              </a:ext>
            </a:extLst>
          </p:cNvPr>
          <p:cNvCxnSpPr>
            <a:cxnSpLocks/>
          </p:cNvCxnSpPr>
          <p:nvPr userDrawn="1"/>
        </p:nvCxnSpPr>
        <p:spPr>
          <a:xfrm>
            <a:off x="807039" y="1991547"/>
            <a:ext cx="10546763"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835370" y="643842"/>
            <a:ext cx="10515601" cy="1140849"/>
          </a:xfrm>
        </p:spPr>
        <p:txBody>
          <a:bodyPr lIns="0" anchor="b">
            <a:noAutofit/>
          </a:bodyPr>
          <a:lstStyle>
            <a:lvl1pPr algn="l">
              <a:defRPr sz="3200" cap="all" spc="0" baseline="0">
                <a:solidFill>
                  <a:schemeClr val="accent3">
                    <a:lumMod val="75000"/>
                  </a:schemeClr>
                </a:solidFill>
              </a:defRPr>
            </a:lvl1pPr>
          </a:lstStyle>
          <a:p>
            <a:r>
              <a:rPr lang="en-US" dirty="0"/>
              <a:t>Click to add title</a:t>
            </a:r>
          </a:p>
        </p:txBody>
      </p:sp>
      <p:sp>
        <p:nvSpPr>
          <p:cNvPr id="10" name="Table Placeholder 9">
            <a:extLst>
              <a:ext uri="{FF2B5EF4-FFF2-40B4-BE49-F238E27FC236}">
                <a16:creationId xmlns:a16="http://schemas.microsoft.com/office/drawing/2014/main" id="{471D7DE3-05F5-8052-02FA-6EF9717E15BE}"/>
              </a:ext>
            </a:extLst>
          </p:cNvPr>
          <p:cNvSpPr>
            <a:spLocks noGrp="1"/>
          </p:cNvSpPr>
          <p:nvPr>
            <p:ph type="tbl" sz="quarter" idx="13"/>
          </p:nvPr>
        </p:nvSpPr>
        <p:spPr>
          <a:xfrm>
            <a:off x="835025" y="2560638"/>
            <a:ext cx="10515600" cy="3478212"/>
          </a:xfrm>
        </p:spPr>
        <p:txBody>
          <a:bodyPr/>
          <a:lstStyle>
            <a:lvl1pPr>
              <a:defRPr sz="2400">
                <a:latin typeface="+mn-lt"/>
              </a:defRPr>
            </a:lvl1pPr>
          </a:lstStyle>
          <a:p>
            <a:r>
              <a:rPr lang="en-US"/>
              <a:t>Click icon to add table</a:t>
            </a:r>
            <a:endParaRPr lang="en-US" dirty="0"/>
          </a:p>
        </p:txBody>
      </p:sp>
      <p:cxnSp>
        <p:nvCxnSpPr>
          <p:cNvPr id="8" name="Straight Connector 7">
            <a:extLst>
              <a:ext uri="{FF2B5EF4-FFF2-40B4-BE49-F238E27FC236}">
                <a16:creationId xmlns:a16="http://schemas.microsoft.com/office/drawing/2014/main" id="{6468DE94-FC46-A848-7949-ABFEADADEA16}"/>
              </a:ext>
              <a:ext uri="{C183D7F6-B498-43B3-948B-1728B52AA6E4}">
                <adec:decorative xmlns:adec="http://schemas.microsoft.com/office/drawing/2017/decorative" val="1"/>
              </a:ext>
            </a:extLst>
          </p:cNvPr>
          <p:cNvCxnSpPr>
            <a:cxnSpLocks/>
          </p:cNvCxnSpPr>
          <p:nvPr userDrawn="1"/>
        </p:nvCxnSpPr>
        <p:spPr>
          <a:xfrm>
            <a:off x="807039" y="1983705"/>
            <a:ext cx="104356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4545918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losing">
    <p:bg>
      <p:bgPr>
        <a:gradFill>
          <a:gsLst>
            <a:gs pos="81987">
              <a:schemeClr val="accent6">
                <a:lumMod val="50000"/>
              </a:schemeClr>
            </a:gs>
            <a:gs pos="35040">
              <a:srgbClr val="020B11"/>
            </a:gs>
            <a:gs pos="11979">
              <a:schemeClr val="accent4">
                <a:lumMod val="50000"/>
              </a:schemeClr>
            </a:gs>
            <a:gs pos="0">
              <a:schemeClr val="accent4"/>
            </a:gs>
            <a:gs pos="99000">
              <a:schemeClr val="tx2"/>
            </a:gs>
          </a:gsLst>
          <a:lin ang="5400000" scaled="1"/>
        </a:gra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89F5C3D-E9E6-75E0-BF7D-799B5CFE5ED0}"/>
              </a:ext>
              <a:ext uri="{C183D7F6-B498-43B3-948B-1728B52AA6E4}">
                <adec:decorative xmlns:adec="http://schemas.microsoft.com/office/drawing/2017/decorative" val="1"/>
              </a:ext>
            </a:extLst>
          </p:cNvPr>
          <p:cNvGrpSpPr/>
          <p:nvPr userDrawn="1"/>
        </p:nvGrpSpPr>
        <p:grpSpPr>
          <a:xfrm>
            <a:off x="4575462" y="4137"/>
            <a:ext cx="7616537" cy="6853863"/>
            <a:chOff x="4575462" y="4137"/>
            <a:chExt cx="7616537" cy="6853863"/>
          </a:xfrm>
        </p:grpSpPr>
        <p:grpSp>
          <p:nvGrpSpPr>
            <p:cNvPr id="16" name="Group 15">
              <a:extLst>
                <a:ext uri="{FF2B5EF4-FFF2-40B4-BE49-F238E27FC236}">
                  <a16:creationId xmlns:a16="http://schemas.microsoft.com/office/drawing/2014/main" id="{CDE1D2C2-40C4-6B80-E8C6-B4CE94C23037}"/>
                </a:ext>
              </a:extLst>
            </p:cNvPr>
            <p:cNvGrpSpPr/>
            <p:nvPr/>
          </p:nvGrpSpPr>
          <p:grpSpPr>
            <a:xfrm>
              <a:off x="4575462" y="691665"/>
              <a:ext cx="364018" cy="857035"/>
              <a:chOff x="468157" y="1144246"/>
              <a:chExt cx="364018" cy="857035"/>
            </a:xfrm>
          </p:grpSpPr>
          <p:sp>
            <p:nvSpPr>
              <p:cNvPr id="27" name="Oval 26">
                <a:extLst>
                  <a:ext uri="{FF2B5EF4-FFF2-40B4-BE49-F238E27FC236}">
                    <a16:creationId xmlns:a16="http://schemas.microsoft.com/office/drawing/2014/main" id="{7C904D88-E1BE-F1FA-D405-F55DA966DA84}"/>
                  </a:ext>
                  <a:ext uri="{C183D7F6-B498-43B3-948B-1728B52AA6E4}">
                    <adec:decorative xmlns:adec="http://schemas.microsoft.com/office/drawing/2017/decorative" val="1"/>
                  </a:ext>
                </a:extLst>
              </p:cNvPr>
              <p:cNvSpPr/>
              <p:nvPr/>
            </p:nvSpPr>
            <p:spPr>
              <a:xfrm>
                <a:off x="705405" y="1144246"/>
                <a:ext cx="126770" cy="126770"/>
              </a:xfrm>
              <a:prstGeom prst="ellipse">
                <a:avLst/>
              </a:prstGeom>
              <a:noFill/>
              <a:ln>
                <a:solidFill>
                  <a:schemeClr val="accent4">
                    <a:lumMod val="60000"/>
                    <a:lumOff val="40000"/>
                    <a:alpha val="4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8" name="Graphic 12">
                <a:extLst>
                  <a:ext uri="{FF2B5EF4-FFF2-40B4-BE49-F238E27FC236}">
                    <a16:creationId xmlns:a16="http://schemas.microsoft.com/office/drawing/2014/main" id="{1D8F0816-C429-D32E-058B-33405874DFA7}"/>
                  </a:ext>
                  <a:ext uri="{C183D7F6-B498-43B3-948B-1728B52AA6E4}">
                    <adec:decorative xmlns:adec="http://schemas.microsoft.com/office/drawing/2017/decorative" val="1"/>
                  </a:ext>
                </a:extLst>
              </p:cNvPr>
              <p:cNvSpPr/>
              <p:nvPr/>
            </p:nvSpPr>
            <p:spPr>
              <a:xfrm>
                <a:off x="468157" y="1963496"/>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pic>
          <p:nvPicPr>
            <p:cNvPr id="4" name="Content Placeholder 14">
              <a:extLst>
                <a:ext uri="{FF2B5EF4-FFF2-40B4-BE49-F238E27FC236}">
                  <a16:creationId xmlns:a16="http://schemas.microsoft.com/office/drawing/2014/main" id="{14AC0A97-7D79-3DBE-FB53-A9EBFD806E06}"/>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6542796" y="4137"/>
              <a:ext cx="5649203" cy="6853863"/>
            </a:xfrm>
            <a:prstGeom prst="rect">
              <a:avLst/>
            </a:prstGeom>
          </p:spPr>
        </p:pic>
      </p:grpSp>
      <p:sp>
        <p:nvSpPr>
          <p:cNvPr id="2" name="Title 1">
            <a:extLst>
              <a:ext uri="{FF2B5EF4-FFF2-40B4-BE49-F238E27FC236}">
                <a16:creationId xmlns:a16="http://schemas.microsoft.com/office/drawing/2014/main" id="{51E83F98-B388-2594-BACB-E3DB652C97D5}"/>
              </a:ext>
            </a:extLst>
          </p:cNvPr>
          <p:cNvSpPr>
            <a:spLocks noGrp="1"/>
          </p:cNvSpPr>
          <p:nvPr>
            <p:ph type="title" hasCustomPrompt="1"/>
          </p:nvPr>
        </p:nvSpPr>
        <p:spPr>
          <a:xfrm>
            <a:off x="835831" y="173735"/>
            <a:ext cx="4409514" cy="2203704"/>
          </a:xfrm>
        </p:spPr>
        <p:txBody>
          <a:bodyPr anchor="b">
            <a:noAutofit/>
          </a:bodyPr>
          <a:lstStyle>
            <a:lvl1pPr>
              <a:defRPr sz="3200" cap="all" baseline="0">
                <a:solidFill>
                  <a:schemeClr val="accent3"/>
                </a:solidFill>
              </a:defRPr>
            </a:lvl1pPr>
          </a:lstStyle>
          <a:p>
            <a:r>
              <a:rPr lang="en-US" dirty="0"/>
              <a:t>Click to add title</a:t>
            </a:r>
          </a:p>
        </p:txBody>
      </p:sp>
      <p:sp>
        <p:nvSpPr>
          <p:cNvPr id="7" name="Content Placeholder 6">
            <a:extLst>
              <a:ext uri="{FF2B5EF4-FFF2-40B4-BE49-F238E27FC236}">
                <a16:creationId xmlns:a16="http://schemas.microsoft.com/office/drawing/2014/main" id="{0D9D0F3E-69D8-49F3-5D7A-71FDC4E3EEE3}"/>
              </a:ext>
            </a:extLst>
          </p:cNvPr>
          <p:cNvSpPr>
            <a:spLocks noGrp="1"/>
          </p:cNvSpPr>
          <p:nvPr>
            <p:ph sz="quarter" idx="14" hasCustomPrompt="1"/>
          </p:nvPr>
        </p:nvSpPr>
        <p:spPr>
          <a:xfrm>
            <a:off x="831850" y="3079119"/>
            <a:ext cx="4413250" cy="2752725"/>
          </a:xfrm>
        </p:spPr>
        <p:txBody>
          <a:bodyPr/>
          <a:lstStyle>
            <a:lvl1pPr>
              <a:lnSpc>
                <a:spcPct val="120000"/>
              </a:lnSpc>
              <a:spcBef>
                <a:spcPts val="1000"/>
              </a:spcBef>
              <a:defRPr sz="1800">
                <a:solidFill>
                  <a:schemeClr val="bg1"/>
                </a:solidFill>
                <a:latin typeface="+mn-lt"/>
              </a:defRPr>
            </a:lvl1pPr>
            <a:lvl2pPr>
              <a:lnSpc>
                <a:spcPct val="120000"/>
              </a:lnSpc>
              <a:spcBef>
                <a:spcPts val="1000"/>
              </a:spcBef>
              <a:buClr>
                <a:schemeClr val="accent3"/>
              </a:buClr>
              <a:defRPr sz="1600">
                <a:solidFill>
                  <a:schemeClr val="bg1"/>
                </a:solidFill>
                <a:latin typeface="+mn-lt"/>
              </a:defRPr>
            </a:lvl2pPr>
            <a:lvl3pPr>
              <a:lnSpc>
                <a:spcPct val="120000"/>
              </a:lnSpc>
              <a:spcBef>
                <a:spcPts val="1000"/>
              </a:spcBef>
              <a:buClr>
                <a:schemeClr val="accent3"/>
              </a:buClr>
              <a:defRPr sz="1400">
                <a:solidFill>
                  <a:schemeClr val="bg1"/>
                </a:solidFill>
                <a:latin typeface="+mn-lt"/>
              </a:defRPr>
            </a:lvl3pPr>
            <a:lvl4pPr>
              <a:lnSpc>
                <a:spcPct val="120000"/>
              </a:lnSpc>
              <a:spcBef>
                <a:spcPts val="1000"/>
              </a:spcBef>
              <a:buClr>
                <a:schemeClr val="accent3"/>
              </a:buClr>
              <a:defRPr sz="1200">
                <a:solidFill>
                  <a:schemeClr val="bg1"/>
                </a:solidFill>
                <a:latin typeface="+mn-lt"/>
              </a:defRPr>
            </a:lvl4pPr>
            <a:lvl5pPr>
              <a:lnSpc>
                <a:spcPct val="120000"/>
              </a:lnSpc>
              <a:spcBef>
                <a:spcPts val="1000"/>
              </a:spcBef>
              <a:buClr>
                <a:schemeClr val="accent3"/>
              </a:buClr>
              <a:defRPr sz="1200">
                <a:solidFill>
                  <a:schemeClr val="bg1"/>
                </a:solidFill>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61CFC792-44F7-2497-E19D-8FB08AFF94F7}"/>
              </a:ext>
              <a:ext uri="{C183D7F6-B498-43B3-948B-1728B52AA6E4}">
                <adec:decorative xmlns:adec="http://schemas.microsoft.com/office/drawing/2017/decorative" val="1"/>
              </a:ext>
            </a:extLst>
          </p:cNvPr>
          <p:cNvCxnSpPr>
            <a:cxnSpLocks/>
          </p:cNvCxnSpPr>
          <p:nvPr userDrawn="1"/>
        </p:nvCxnSpPr>
        <p:spPr>
          <a:xfrm>
            <a:off x="835831" y="2679192"/>
            <a:ext cx="4101929"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826071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chemeClr val="tx1"/>
            </a:gs>
            <a:gs pos="99000">
              <a:srgbClr val="05202E"/>
            </a:gs>
          </a:gsLst>
          <a:lin ang="54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C3EA418-19D1-0D4D-BE52-40A86E32FB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2BAE0C-5187-A64D-A481-E69245670354}"/>
              </a:ext>
            </a:extLst>
          </p:cNvPr>
          <p:cNvSpPr>
            <a:spLocks noGrp="1"/>
          </p:cNvSpPr>
          <p:nvPr>
            <p:ph type="body" idx="1"/>
          </p:nvPr>
        </p:nvSpPr>
        <p:spPr>
          <a:xfrm>
            <a:off x="838200" y="1825625"/>
            <a:ext cx="10515600" cy="4351338"/>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F9759C05-48F5-9346-8256-5B61C6990EC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noAutofit/>
          </a:bodyPr>
          <a:lstStyle>
            <a:lvl1pPr algn="l">
              <a:defRPr sz="1200">
                <a:solidFill>
                  <a:schemeClr val="bg1"/>
                </a:solidFill>
                <a:latin typeface="+mj-lt"/>
                <a:cs typeface="Biome" panose="020B0503030204020804" pitchFamily="34" charset="0"/>
              </a:defRPr>
            </a:lvl1pPr>
          </a:lstStyle>
          <a:p>
            <a:endParaRPr lang="en-US" dirty="0"/>
          </a:p>
        </p:txBody>
      </p:sp>
      <p:sp>
        <p:nvSpPr>
          <p:cNvPr id="5" name="Footer Placeholder 4">
            <a:extLst>
              <a:ext uri="{FF2B5EF4-FFF2-40B4-BE49-F238E27FC236}">
                <a16:creationId xmlns:a16="http://schemas.microsoft.com/office/drawing/2014/main" id="{84175D63-7351-9C4A-AEE0-10E27B3B645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bg1"/>
                </a:solidFill>
                <a:latin typeface="+mj-lt"/>
                <a:cs typeface="Biome" panose="020B0503030204020804" pitchFamily="34" charset="0"/>
              </a:defRPr>
            </a:lvl1pPr>
          </a:lstStyle>
          <a:p>
            <a:r>
              <a:rPr lang="en-US" dirty="0"/>
              <a:t>Presentation title</a:t>
            </a:r>
          </a:p>
        </p:txBody>
      </p:sp>
      <p:sp>
        <p:nvSpPr>
          <p:cNvPr id="6" name="Slide Number Placeholder 5">
            <a:extLst>
              <a:ext uri="{FF2B5EF4-FFF2-40B4-BE49-F238E27FC236}">
                <a16:creationId xmlns:a16="http://schemas.microsoft.com/office/drawing/2014/main" id="{7350889F-2BBA-5F45-95BC-BEA6688167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noAutofit/>
          </a:bodyPr>
          <a:lstStyle>
            <a:lvl1pPr algn="r">
              <a:defRPr sz="1200">
                <a:solidFill>
                  <a:schemeClr val="bg1"/>
                </a:solidFill>
                <a:latin typeface="+mj-lt"/>
                <a:cs typeface="Biome" panose="020B0503030204020804" pitchFamily="34" charset="0"/>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1955693199"/>
      </p:ext>
    </p:extLst>
  </p:cSld>
  <p:clrMap bg1="lt1" tx1="dk1" bg2="lt2" tx2="dk2" accent1="accent1" accent2="accent2" accent3="accent3" accent4="accent4" accent5="accent5" accent6="accent6" hlink="hlink" folHlink="folHlink"/>
  <p:sldLayoutIdLst>
    <p:sldLayoutId id="2147483657" r:id="rId1"/>
    <p:sldLayoutId id="2147483679" r:id="rId2"/>
    <p:sldLayoutId id="2147483669" r:id="rId3"/>
    <p:sldLayoutId id="2147483672" r:id="rId4"/>
    <p:sldLayoutId id="2147483673" r:id="rId5"/>
    <p:sldLayoutId id="2147483674" r:id="rId6"/>
    <p:sldLayoutId id="2147483671" r:id="rId7"/>
    <p:sldLayoutId id="2147483675" r:id="rId8"/>
    <p:sldLayoutId id="2147483676" r:id="rId9"/>
    <p:sldLayoutId id="2147483670" r:id="rId10"/>
    <p:sldLayoutId id="2147483677" r:id="rId11"/>
    <p:sldLayoutId id="2147483678" r:id="rId12"/>
    <p:sldLayoutId id="2147483664" r:id="rId13"/>
    <p:sldLayoutId id="2147483663" r:id="rId14"/>
  </p:sldLayoutIdLst>
  <p:hf hdr="0" ftr="0" dt="0"/>
  <p:txStyles>
    <p:titleStyle>
      <a:lvl1pPr algn="l" defTabSz="914400" rtl="0" eaLnBrk="1" latinLnBrk="0" hangingPunct="1">
        <a:lnSpc>
          <a:spcPct val="90000"/>
        </a:lnSpc>
        <a:spcBef>
          <a:spcPct val="0"/>
        </a:spcBef>
        <a:buNone/>
        <a:defRPr sz="4400" kern="1200" spc="300" baseline="0">
          <a:solidFill>
            <a:schemeClr val="bg1"/>
          </a:solidFill>
          <a:latin typeface="+mj-lt"/>
          <a:ea typeface="+mj-ea"/>
          <a:cs typeface="Biome" panose="020B0503030204020804" pitchFamily="34" charset="0"/>
        </a:defRPr>
      </a:lvl1pPr>
    </p:titleStyle>
    <p:bodyStyle>
      <a:lvl1pPr marL="0" indent="0" algn="l" defTabSz="914400" rtl="0" eaLnBrk="1" latinLnBrk="0" hangingPunct="1">
        <a:lnSpc>
          <a:spcPct val="90000"/>
        </a:lnSpc>
        <a:spcBef>
          <a:spcPts val="1000"/>
        </a:spcBef>
        <a:buFont typeface="Arial" panose="020B0604020202020204" pitchFamily="34" charset="0"/>
        <a:buNone/>
        <a:defRPr sz="2800" kern="1200">
          <a:solidFill>
            <a:schemeClr val="accent3"/>
          </a:solidFill>
          <a:latin typeface="+mj-lt"/>
          <a:ea typeface="+mn-ea"/>
          <a:cs typeface="Biome" panose="020B0503030204020804" pitchFamily="34" charset="0"/>
        </a:defRPr>
      </a:lvl1pPr>
      <a:lvl2pPr marL="800100" indent="-342900" algn="l" defTabSz="914400" rtl="0" eaLnBrk="1" latinLnBrk="0" hangingPunct="1">
        <a:lnSpc>
          <a:spcPct val="90000"/>
        </a:lnSpc>
        <a:spcBef>
          <a:spcPts val="500"/>
        </a:spcBef>
        <a:buClr>
          <a:schemeClr val="accent6"/>
        </a:buClr>
        <a:buFont typeface="Arial" panose="020B0604020202020204" pitchFamily="34" charset="0"/>
        <a:buChar char="•"/>
        <a:defRPr sz="2400" kern="1200">
          <a:solidFill>
            <a:schemeClr val="bg1"/>
          </a:solidFill>
          <a:latin typeface="+mn-lt"/>
          <a:ea typeface="+mn-ea"/>
          <a:cs typeface="+mn-cs"/>
        </a:defRPr>
      </a:lvl2pPr>
      <a:lvl3pPr marL="1257300" indent="-342900" algn="l" defTabSz="914400" rtl="0" eaLnBrk="1" latinLnBrk="0" hangingPunct="1">
        <a:lnSpc>
          <a:spcPct val="90000"/>
        </a:lnSpc>
        <a:spcBef>
          <a:spcPts val="500"/>
        </a:spcBef>
        <a:buClr>
          <a:schemeClr val="accent6"/>
        </a:buClr>
        <a:buFont typeface="Arial" panose="020B0604020202020204" pitchFamily="34" charset="0"/>
        <a:buChar char="•"/>
        <a:defRPr sz="2000" kern="1200">
          <a:solidFill>
            <a:schemeClr val="bg1"/>
          </a:solidFill>
          <a:latin typeface="+mn-lt"/>
          <a:ea typeface="+mn-ea"/>
          <a:cs typeface="+mn-cs"/>
        </a:defRPr>
      </a:lvl3pPr>
      <a:lvl4pPr marL="1657350" indent="-285750" algn="l" defTabSz="914400" rtl="0" eaLnBrk="1" latinLnBrk="0" hangingPunct="1">
        <a:lnSpc>
          <a:spcPct val="90000"/>
        </a:lnSpc>
        <a:spcBef>
          <a:spcPts val="500"/>
        </a:spcBef>
        <a:buClr>
          <a:schemeClr val="accent6"/>
        </a:buClr>
        <a:buFont typeface="Arial" panose="020B0604020202020204" pitchFamily="34" charset="0"/>
        <a:buChar char="•"/>
        <a:defRPr sz="1800" kern="1200">
          <a:solidFill>
            <a:schemeClr val="bg1"/>
          </a:solidFill>
          <a:latin typeface="+mn-lt"/>
          <a:ea typeface="+mn-ea"/>
          <a:cs typeface="+mn-cs"/>
        </a:defRPr>
      </a:lvl4pPr>
      <a:lvl5pPr marL="2114550" indent="-285750" algn="l" defTabSz="914400" rtl="0" eaLnBrk="1" latinLnBrk="0" hangingPunct="1">
        <a:lnSpc>
          <a:spcPct val="90000"/>
        </a:lnSpc>
        <a:spcBef>
          <a:spcPts val="500"/>
        </a:spcBef>
        <a:buClr>
          <a:schemeClr val="accent6"/>
        </a:buClr>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997874EA-2F67-60CD-631F-5A787057F8CE}"/>
              </a:ext>
            </a:extLst>
          </p:cNvPr>
          <p:cNvSpPr>
            <a:spLocks noGrp="1"/>
          </p:cNvSpPr>
          <p:nvPr>
            <p:ph type="title"/>
          </p:nvPr>
        </p:nvSpPr>
        <p:spPr>
          <a:xfrm>
            <a:off x="0" y="304799"/>
            <a:ext cx="12191998" cy="3215641"/>
          </a:xfrm>
        </p:spPr>
        <p:txBody>
          <a:bodyPr anchor="b"/>
          <a:lstStyle/>
          <a:p>
            <a:r>
              <a:rPr lang="en-US" dirty="0"/>
              <a:t>What is new in</a:t>
            </a:r>
          </a:p>
        </p:txBody>
      </p:sp>
      <p:sp>
        <p:nvSpPr>
          <p:cNvPr id="9" name="Subtitle 3">
            <a:extLst>
              <a:ext uri="{FF2B5EF4-FFF2-40B4-BE49-F238E27FC236}">
                <a16:creationId xmlns:a16="http://schemas.microsoft.com/office/drawing/2014/main" id="{2981AB9E-AF0F-CAD0-2DD2-D640FB871E66}"/>
              </a:ext>
            </a:extLst>
          </p:cNvPr>
          <p:cNvSpPr>
            <a:spLocks noGrp="1"/>
          </p:cNvSpPr>
          <p:nvPr>
            <p:ph type="subTitle" idx="1"/>
          </p:nvPr>
        </p:nvSpPr>
        <p:spPr>
          <a:xfrm>
            <a:off x="3" y="3670628"/>
            <a:ext cx="12191997" cy="2577772"/>
          </a:xfrm>
        </p:spPr>
        <p:txBody>
          <a:bodyPr/>
          <a:lstStyle/>
          <a:p>
            <a:r>
              <a:rPr lang="en-US" dirty="0"/>
              <a:t>SQL 2025</a:t>
            </a:r>
          </a:p>
        </p:txBody>
      </p:sp>
      <p:pic>
        <p:nvPicPr>
          <p:cNvPr id="3" name="Picture 2" descr="A logo with text on it&#10;&#10;AI-generated content may be incorrect.">
            <a:extLst>
              <a:ext uri="{FF2B5EF4-FFF2-40B4-BE49-F238E27FC236}">
                <a16:creationId xmlns:a16="http://schemas.microsoft.com/office/drawing/2014/main" id="{80FAE052-9B42-9994-A0CC-6400694DCD1D}"/>
              </a:ext>
            </a:extLst>
          </p:cNvPr>
          <p:cNvPicPr>
            <a:picLocks noChangeAspect="1"/>
          </p:cNvPicPr>
          <p:nvPr/>
        </p:nvPicPr>
        <p:blipFill>
          <a:blip r:embed="rId3"/>
          <a:stretch>
            <a:fillRect/>
          </a:stretch>
        </p:blipFill>
        <p:spPr>
          <a:xfrm>
            <a:off x="4108807" y="4350703"/>
            <a:ext cx="4459840" cy="2047885"/>
          </a:xfrm>
          <a:prstGeom prst="rect">
            <a:avLst/>
          </a:prstGeom>
        </p:spPr>
      </p:pic>
    </p:spTree>
    <p:extLst>
      <p:ext uri="{BB962C8B-B14F-4D97-AF65-F5344CB8AC3E}">
        <p14:creationId xmlns:p14="http://schemas.microsoft.com/office/powerpoint/2010/main" val="24980314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1A2458FF-0D0C-4ACC-C6FB-103BC0BADCCD}"/>
              </a:ext>
            </a:extLst>
          </p:cNvPr>
          <p:cNvSpPr>
            <a:spLocks noGrp="1"/>
          </p:cNvSpPr>
          <p:nvPr>
            <p:ph type="title"/>
          </p:nvPr>
        </p:nvSpPr>
        <p:spPr>
          <a:xfrm>
            <a:off x="2399620" y="162560"/>
            <a:ext cx="8843050" cy="1616904"/>
          </a:xfrm>
        </p:spPr>
        <p:txBody>
          <a:bodyPr anchor="b">
            <a:normAutofit/>
          </a:bodyPr>
          <a:lstStyle/>
          <a:p>
            <a:r>
              <a:rPr lang="en-US" dirty="0"/>
              <a:t>Agenda</a:t>
            </a:r>
          </a:p>
        </p:txBody>
      </p:sp>
      <p:pic>
        <p:nvPicPr>
          <p:cNvPr id="4" name="Content Placeholder 3" descr="A logo with text on it&#10;&#10;AI-generated content may be incorrect.">
            <a:extLst>
              <a:ext uri="{FF2B5EF4-FFF2-40B4-BE49-F238E27FC236}">
                <a16:creationId xmlns:a16="http://schemas.microsoft.com/office/drawing/2014/main" id="{8B850849-E83C-6FFB-51F4-78A5C377FD9B}"/>
              </a:ext>
            </a:extLst>
          </p:cNvPr>
          <p:cNvPicPr>
            <a:picLocks noGrp="1" noChangeAspect="1"/>
          </p:cNvPicPr>
          <p:nvPr>
            <p:ph sz="quarter" idx="35"/>
          </p:nvPr>
        </p:nvPicPr>
        <p:blipFill>
          <a:blip r:embed="rId3"/>
          <a:stretch>
            <a:fillRect/>
          </a:stretch>
        </p:blipFill>
        <p:spPr>
          <a:xfrm>
            <a:off x="2373313" y="3317657"/>
            <a:ext cx="4014787" cy="1843524"/>
          </a:xfrm>
        </p:spPr>
      </p:pic>
      <p:sp>
        <p:nvSpPr>
          <p:cNvPr id="31" name="Text Placeholder 3">
            <a:extLst>
              <a:ext uri="{FF2B5EF4-FFF2-40B4-BE49-F238E27FC236}">
                <a16:creationId xmlns:a16="http://schemas.microsoft.com/office/drawing/2014/main" id="{F1239C0E-3F39-787D-0FC3-6B7C9BA37E8F}"/>
              </a:ext>
            </a:extLst>
          </p:cNvPr>
          <p:cNvSpPr>
            <a:spLocks noGrp="1"/>
          </p:cNvSpPr>
          <p:nvPr>
            <p:ph sz="quarter" idx="36"/>
          </p:nvPr>
        </p:nvSpPr>
        <p:spPr>
          <a:xfrm>
            <a:off x="6995159" y="2474811"/>
            <a:ext cx="4227332" cy="3528397"/>
          </a:xfrm>
        </p:spPr>
        <p:txBody>
          <a:bodyPr>
            <a:normAutofit/>
          </a:bodyPr>
          <a:lstStyle/>
          <a:p>
            <a:pPr marL="285750" indent="-285750">
              <a:lnSpc>
                <a:spcPct val="110000"/>
              </a:lnSpc>
              <a:buFont typeface="Arial" panose="020B0604020202020204" pitchFamily="34" charset="0"/>
              <a:buChar char="•"/>
            </a:pPr>
            <a:r>
              <a:rPr lang="en-US" sz="1100"/>
              <a:t>What is new in SQL 2025 brief overview</a:t>
            </a:r>
          </a:p>
          <a:p>
            <a:pPr marL="285750" indent="-285750">
              <a:lnSpc>
                <a:spcPct val="110000"/>
              </a:lnSpc>
              <a:buFont typeface="Arial" panose="020B0604020202020204" pitchFamily="34" charset="0"/>
              <a:buChar char="•"/>
            </a:pPr>
            <a:r>
              <a:rPr lang="en-US" sz="1100"/>
              <a:t>New JSON data type</a:t>
            </a:r>
          </a:p>
          <a:p>
            <a:pPr marL="285750" indent="-285750">
              <a:lnSpc>
                <a:spcPct val="110000"/>
              </a:lnSpc>
              <a:buFont typeface="Arial" panose="020B0604020202020204" pitchFamily="34" charset="0"/>
              <a:buChar char="•"/>
            </a:pPr>
            <a:r>
              <a:rPr lang="en-US" sz="1100"/>
              <a:t>New Vector Data type</a:t>
            </a:r>
          </a:p>
          <a:p>
            <a:pPr marL="1085850" lvl="1" indent="-285750">
              <a:lnSpc>
                <a:spcPct val="110000"/>
              </a:lnSpc>
            </a:pPr>
            <a:r>
              <a:rPr lang="en-US" sz="1100"/>
              <a:t>What is a Vector in SQL 2025</a:t>
            </a:r>
          </a:p>
          <a:p>
            <a:pPr marL="1085850" lvl="1" indent="-285750">
              <a:lnSpc>
                <a:spcPct val="110000"/>
              </a:lnSpc>
            </a:pPr>
            <a:r>
              <a:rPr lang="en-US" sz="1100"/>
              <a:t>Using Vector with LLM / AI</a:t>
            </a:r>
          </a:p>
          <a:p>
            <a:pPr marL="1543050" lvl="2" indent="-285750">
              <a:lnSpc>
                <a:spcPct val="110000"/>
              </a:lnSpc>
            </a:pPr>
            <a:r>
              <a:rPr lang="en-US" sz="1100"/>
              <a:t>New Functions for Vectors</a:t>
            </a:r>
          </a:p>
          <a:p>
            <a:pPr marL="1085850" lvl="1" indent="-285750">
              <a:lnSpc>
                <a:spcPct val="110000"/>
              </a:lnSpc>
            </a:pPr>
            <a:r>
              <a:rPr lang="en-US" sz="1100"/>
              <a:t>Basic Demo</a:t>
            </a:r>
          </a:p>
          <a:p>
            <a:pPr marL="1085850" lvl="1" indent="-285750">
              <a:lnSpc>
                <a:spcPct val="110000"/>
              </a:lnSpc>
            </a:pPr>
            <a:r>
              <a:rPr lang="en-US" sz="1100"/>
              <a:t>Advanced Demo</a:t>
            </a:r>
          </a:p>
          <a:p>
            <a:pPr marL="1543050" lvl="2" indent="-285750">
              <a:lnSpc>
                <a:spcPct val="110000"/>
              </a:lnSpc>
            </a:pPr>
            <a:r>
              <a:rPr lang="en-US" sz="1100"/>
              <a:t>Setup LLM for demo</a:t>
            </a:r>
          </a:p>
          <a:p>
            <a:pPr marL="285750" indent="-285750">
              <a:lnSpc>
                <a:spcPct val="110000"/>
              </a:lnSpc>
              <a:buFont typeface="Arial" panose="020B0604020202020204" pitchFamily="34" charset="0"/>
              <a:buChar char="•"/>
            </a:pPr>
            <a:r>
              <a:rPr lang="en-US" sz="1100"/>
              <a:t>Sources and extras</a:t>
            </a:r>
          </a:p>
          <a:p>
            <a:pPr marL="285750" indent="-285750">
              <a:lnSpc>
                <a:spcPct val="110000"/>
              </a:lnSpc>
            </a:pPr>
            <a:r>
              <a:rPr lang="en-US" sz="1100"/>
              <a:t>	</a:t>
            </a:r>
          </a:p>
        </p:txBody>
      </p:sp>
      <p:sp>
        <p:nvSpPr>
          <p:cNvPr id="38" name="Slide Number Placeholder 4">
            <a:extLst>
              <a:ext uri="{FF2B5EF4-FFF2-40B4-BE49-F238E27FC236}">
                <a16:creationId xmlns:a16="http://schemas.microsoft.com/office/drawing/2014/main" id="{81B5225E-0EE7-05FA-0C9A-E2B99AA57204}"/>
              </a:ext>
            </a:extLst>
          </p:cNvPr>
          <p:cNvSpPr>
            <a:spLocks noGrp="1"/>
          </p:cNvSpPr>
          <p:nvPr>
            <p:ph type="sldNum" sz="quarter" idx="12"/>
          </p:nvPr>
        </p:nvSpPr>
        <p:spPr>
          <a:xfrm>
            <a:off x="9140971" y="6226198"/>
            <a:ext cx="2743200" cy="365125"/>
          </a:xfrm>
        </p:spPr>
        <p:txBody>
          <a:bodyPr/>
          <a:lstStyle/>
          <a:p>
            <a:pPr>
              <a:spcAft>
                <a:spcPts val="600"/>
              </a:spcAft>
            </a:pPr>
            <a:fld id="{FE024F78-56A6-7740-B68D-8D4D026EDF3F}" type="slidenum">
              <a:rPr lang="en-US" smtClean="0"/>
              <a:pPr>
                <a:spcAft>
                  <a:spcPts val="600"/>
                </a:spcAft>
              </a:pPr>
              <a:t>2</a:t>
            </a:fld>
            <a:endParaRPr lang="en-US"/>
          </a:p>
        </p:txBody>
      </p:sp>
    </p:spTree>
    <p:extLst>
      <p:ext uri="{BB962C8B-B14F-4D97-AF65-F5344CB8AC3E}">
        <p14:creationId xmlns:p14="http://schemas.microsoft.com/office/powerpoint/2010/main" val="14601593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5204BED-8881-888B-6A82-3BD7E1305D39}"/>
              </a:ext>
            </a:extLst>
          </p:cNvPr>
          <p:cNvSpPr>
            <a:spLocks noGrp="1"/>
          </p:cNvSpPr>
          <p:nvPr>
            <p:ph type="sldNum" sz="quarter" idx="12"/>
          </p:nvPr>
        </p:nvSpPr>
        <p:spPr/>
        <p:txBody>
          <a:bodyPr/>
          <a:lstStyle/>
          <a:p>
            <a:fld id="{FE024F78-56A6-7740-B68D-8D4D026EDF3F}" type="slidenum">
              <a:rPr lang="en-US" smtClean="0"/>
              <a:pPr/>
              <a:t>3</a:t>
            </a:fld>
            <a:endParaRPr lang="en-US" dirty="0"/>
          </a:p>
        </p:txBody>
      </p:sp>
      <p:pic>
        <p:nvPicPr>
          <p:cNvPr id="6" name="Picture 5" descr="A screenshot of a computer&#10;&#10;AI-generated content may be incorrect.">
            <a:extLst>
              <a:ext uri="{FF2B5EF4-FFF2-40B4-BE49-F238E27FC236}">
                <a16:creationId xmlns:a16="http://schemas.microsoft.com/office/drawing/2014/main" id="{52A77FBD-8FB8-2A23-4739-9D0134E791F2}"/>
              </a:ext>
            </a:extLst>
          </p:cNvPr>
          <p:cNvPicPr>
            <a:picLocks noChangeAspect="1"/>
          </p:cNvPicPr>
          <p:nvPr/>
        </p:nvPicPr>
        <p:blipFill>
          <a:blip r:embed="rId2"/>
          <a:stretch>
            <a:fillRect/>
          </a:stretch>
        </p:blipFill>
        <p:spPr>
          <a:xfrm>
            <a:off x="1719853" y="748689"/>
            <a:ext cx="8752294" cy="5360621"/>
          </a:xfrm>
          <a:prstGeom prst="rect">
            <a:avLst/>
          </a:prstGeom>
          <a:solidFill>
            <a:schemeClr val="bg1"/>
          </a:solidFill>
        </p:spPr>
      </p:pic>
    </p:spTree>
    <p:extLst>
      <p:ext uri="{BB962C8B-B14F-4D97-AF65-F5344CB8AC3E}">
        <p14:creationId xmlns:p14="http://schemas.microsoft.com/office/powerpoint/2010/main" val="21303019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E15A4-FDF7-E1B4-5A0D-4CD83B494A82}"/>
              </a:ext>
            </a:extLst>
          </p:cNvPr>
          <p:cNvSpPr>
            <a:spLocks noGrp="1"/>
          </p:cNvSpPr>
          <p:nvPr>
            <p:ph type="title"/>
          </p:nvPr>
        </p:nvSpPr>
        <p:spPr>
          <a:xfrm>
            <a:off x="321869" y="579120"/>
            <a:ext cx="11548261" cy="590919"/>
          </a:xfrm>
        </p:spPr>
        <p:txBody>
          <a:bodyPr/>
          <a:lstStyle/>
          <a:p>
            <a:r>
              <a:rPr lang="en-US" dirty="0"/>
              <a:t>What is a Vector</a:t>
            </a:r>
          </a:p>
        </p:txBody>
      </p:sp>
      <p:sp>
        <p:nvSpPr>
          <p:cNvPr id="4" name="Slide Number Placeholder 3">
            <a:extLst>
              <a:ext uri="{FF2B5EF4-FFF2-40B4-BE49-F238E27FC236}">
                <a16:creationId xmlns:a16="http://schemas.microsoft.com/office/drawing/2014/main" id="{54453AE4-A5D7-889B-A7F5-30CC298DB7CB}"/>
              </a:ext>
            </a:extLst>
          </p:cNvPr>
          <p:cNvSpPr>
            <a:spLocks noGrp="1"/>
          </p:cNvSpPr>
          <p:nvPr>
            <p:ph type="sldNum" sz="quarter" idx="12"/>
          </p:nvPr>
        </p:nvSpPr>
        <p:spPr/>
        <p:txBody>
          <a:bodyPr/>
          <a:lstStyle/>
          <a:p>
            <a:fld id="{FE024F78-56A6-7740-B68D-8D4D026EDF3F}" type="slidenum">
              <a:rPr lang="en-US" smtClean="0"/>
              <a:pPr/>
              <a:t>4</a:t>
            </a:fld>
            <a:endParaRPr lang="en-US" dirty="0"/>
          </a:p>
        </p:txBody>
      </p:sp>
      <p:sp>
        <p:nvSpPr>
          <p:cNvPr id="5" name="TextBox 4">
            <a:extLst>
              <a:ext uri="{FF2B5EF4-FFF2-40B4-BE49-F238E27FC236}">
                <a16:creationId xmlns:a16="http://schemas.microsoft.com/office/drawing/2014/main" id="{90E73C3C-1218-55F2-4019-5749C7676374}"/>
              </a:ext>
            </a:extLst>
          </p:cNvPr>
          <p:cNvSpPr txBox="1"/>
          <p:nvPr/>
        </p:nvSpPr>
        <p:spPr>
          <a:xfrm>
            <a:off x="904569" y="1406014"/>
            <a:ext cx="9389806" cy="3139321"/>
          </a:xfrm>
          <a:prstGeom prst="rect">
            <a:avLst/>
          </a:prstGeom>
          <a:noFill/>
        </p:spPr>
        <p:txBody>
          <a:bodyPr wrap="square" rtlCol="0">
            <a:spAutoFit/>
          </a:bodyPr>
          <a:lstStyle/>
          <a:p>
            <a:r>
              <a:rPr lang="en-US" dirty="0">
                <a:solidFill>
                  <a:schemeClr val="accent2">
                    <a:lumMod val="20000"/>
                    <a:lumOff val="80000"/>
                  </a:schemeClr>
                </a:solidFill>
              </a:rPr>
              <a:t>A vector is a mathematical and physical object that has both </a:t>
            </a:r>
            <a:r>
              <a:rPr lang="en-US" b="1" dirty="0">
                <a:solidFill>
                  <a:schemeClr val="accent2">
                    <a:lumMod val="20000"/>
                    <a:lumOff val="80000"/>
                  </a:schemeClr>
                </a:solidFill>
              </a:rPr>
              <a:t>magnitude</a:t>
            </a:r>
            <a:r>
              <a:rPr lang="en-US" dirty="0">
                <a:solidFill>
                  <a:schemeClr val="accent2">
                    <a:lumMod val="20000"/>
                    <a:lumOff val="80000"/>
                  </a:schemeClr>
                </a:solidFill>
              </a:rPr>
              <a:t> and </a:t>
            </a:r>
            <a:r>
              <a:rPr lang="en-US" b="1" dirty="0">
                <a:solidFill>
                  <a:schemeClr val="accent2">
                    <a:lumMod val="20000"/>
                    <a:lumOff val="80000"/>
                  </a:schemeClr>
                </a:solidFill>
              </a:rPr>
              <a:t>direction</a:t>
            </a:r>
            <a:r>
              <a:rPr lang="en-US" dirty="0">
                <a:solidFill>
                  <a:schemeClr val="accent2">
                    <a:lumMod val="20000"/>
                    <a:lumOff val="80000"/>
                  </a:schemeClr>
                </a:solidFill>
              </a:rPr>
              <a:t>.</a:t>
            </a:r>
          </a:p>
          <a:p>
            <a:endParaRPr lang="en-US" dirty="0">
              <a:solidFill>
                <a:schemeClr val="accent2">
                  <a:lumMod val="20000"/>
                  <a:lumOff val="80000"/>
                </a:schemeClr>
              </a:solidFill>
            </a:endParaRPr>
          </a:p>
          <a:p>
            <a:r>
              <a:rPr lang="en-US" dirty="0">
                <a:solidFill>
                  <a:schemeClr val="accent2">
                    <a:lumMod val="20000"/>
                    <a:lumOff val="80000"/>
                  </a:schemeClr>
                </a:solidFill>
              </a:rPr>
              <a:t>In SQL 2025:</a:t>
            </a:r>
          </a:p>
          <a:p>
            <a:endParaRPr lang="en-US" dirty="0">
              <a:solidFill>
                <a:schemeClr val="accent2">
                  <a:lumMod val="20000"/>
                  <a:lumOff val="80000"/>
                </a:schemeClr>
              </a:solidFill>
            </a:endParaRPr>
          </a:p>
          <a:p>
            <a:pPr lvl="1"/>
            <a:r>
              <a:rPr lang="en-US" dirty="0">
                <a:solidFill>
                  <a:schemeClr val="accent2">
                    <a:lumMod val="20000"/>
                    <a:lumOff val="80000"/>
                  </a:schemeClr>
                </a:solidFill>
              </a:rPr>
              <a:t>In SQL Server 2025, a vector refers to a new data type designed to store and manage numerical representations of data, particularly for AI and machine learning applications. These numerical representations are often called embeddings.  Used to do similarity search and or logical distance.</a:t>
            </a:r>
          </a:p>
          <a:p>
            <a:pPr lvl="1"/>
            <a:endParaRPr lang="en-US" dirty="0">
              <a:solidFill>
                <a:schemeClr val="accent2">
                  <a:lumMod val="20000"/>
                  <a:lumOff val="80000"/>
                </a:schemeClr>
              </a:solidFill>
            </a:endParaRPr>
          </a:p>
          <a:p>
            <a:pPr lvl="1"/>
            <a:endParaRPr lang="en-US" dirty="0">
              <a:solidFill>
                <a:schemeClr val="accent2">
                  <a:lumMod val="20000"/>
                  <a:lumOff val="80000"/>
                </a:schemeClr>
              </a:solidFill>
            </a:endParaRPr>
          </a:p>
          <a:p>
            <a:endParaRPr lang="en-US" dirty="0"/>
          </a:p>
        </p:txBody>
      </p:sp>
    </p:spTree>
    <p:extLst>
      <p:ext uri="{BB962C8B-B14F-4D97-AF65-F5344CB8AC3E}">
        <p14:creationId xmlns:p14="http://schemas.microsoft.com/office/powerpoint/2010/main" val="11556946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4C1D80-19AE-9AD7-9544-1EF4566EFC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3A2242-E41D-DCE7-E2FA-0F228DB5A5C9}"/>
              </a:ext>
            </a:extLst>
          </p:cNvPr>
          <p:cNvSpPr>
            <a:spLocks noGrp="1"/>
          </p:cNvSpPr>
          <p:nvPr>
            <p:ph type="title"/>
          </p:nvPr>
        </p:nvSpPr>
        <p:spPr>
          <a:xfrm>
            <a:off x="321869" y="579120"/>
            <a:ext cx="11548261" cy="590919"/>
          </a:xfrm>
        </p:spPr>
        <p:txBody>
          <a:bodyPr/>
          <a:lstStyle/>
          <a:p>
            <a:r>
              <a:rPr lang="en-US" dirty="0"/>
              <a:t>Vector Data type</a:t>
            </a:r>
          </a:p>
        </p:txBody>
      </p:sp>
      <p:sp>
        <p:nvSpPr>
          <p:cNvPr id="4" name="Slide Number Placeholder 3">
            <a:extLst>
              <a:ext uri="{FF2B5EF4-FFF2-40B4-BE49-F238E27FC236}">
                <a16:creationId xmlns:a16="http://schemas.microsoft.com/office/drawing/2014/main" id="{C1DA1988-30A1-BAE5-E8B0-CF491831A3FB}"/>
              </a:ext>
            </a:extLst>
          </p:cNvPr>
          <p:cNvSpPr>
            <a:spLocks noGrp="1"/>
          </p:cNvSpPr>
          <p:nvPr>
            <p:ph type="sldNum" sz="quarter" idx="12"/>
          </p:nvPr>
        </p:nvSpPr>
        <p:spPr/>
        <p:txBody>
          <a:bodyPr/>
          <a:lstStyle/>
          <a:p>
            <a:fld id="{FE024F78-56A6-7740-B68D-8D4D026EDF3F}" type="slidenum">
              <a:rPr lang="en-US" smtClean="0"/>
              <a:pPr/>
              <a:t>5</a:t>
            </a:fld>
            <a:endParaRPr lang="en-US" dirty="0"/>
          </a:p>
        </p:txBody>
      </p:sp>
      <p:sp>
        <p:nvSpPr>
          <p:cNvPr id="5" name="TextBox 4">
            <a:extLst>
              <a:ext uri="{FF2B5EF4-FFF2-40B4-BE49-F238E27FC236}">
                <a16:creationId xmlns:a16="http://schemas.microsoft.com/office/drawing/2014/main" id="{CC18A7CB-7F3C-A6AF-4739-CDEC843331B5}"/>
              </a:ext>
            </a:extLst>
          </p:cNvPr>
          <p:cNvSpPr txBox="1"/>
          <p:nvPr/>
        </p:nvSpPr>
        <p:spPr>
          <a:xfrm>
            <a:off x="904569" y="1406014"/>
            <a:ext cx="9389806" cy="5078313"/>
          </a:xfrm>
          <a:prstGeom prst="rect">
            <a:avLst/>
          </a:prstGeom>
          <a:noFill/>
        </p:spPr>
        <p:txBody>
          <a:bodyPr wrap="square" rtlCol="0">
            <a:spAutoFit/>
          </a:bodyPr>
          <a:lstStyle/>
          <a:p>
            <a:pPr lvl="1"/>
            <a:r>
              <a:rPr lang="en-US" dirty="0">
                <a:solidFill>
                  <a:schemeClr val="accent2">
                    <a:lumMod val="20000"/>
                    <a:lumOff val="80000"/>
                  </a:schemeClr>
                </a:solidFill>
              </a:rPr>
              <a:t>Stored as a </a:t>
            </a:r>
            <a:r>
              <a:rPr lang="en-US" dirty="0" err="1">
                <a:solidFill>
                  <a:schemeClr val="accent2">
                    <a:lumMod val="20000"/>
                    <a:lumOff val="80000"/>
                  </a:schemeClr>
                </a:solidFill>
              </a:rPr>
              <a:t>varbinary</a:t>
            </a:r>
            <a:endParaRPr lang="en-US" dirty="0">
              <a:solidFill>
                <a:schemeClr val="accent2">
                  <a:lumMod val="20000"/>
                  <a:lumOff val="80000"/>
                </a:schemeClr>
              </a:solidFill>
            </a:endParaRPr>
          </a:p>
          <a:p>
            <a:pPr lvl="1"/>
            <a:r>
              <a:rPr lang="en-US" dirty="0">
                <a:solidFill>
                  <a:schemeClr val="accent2">
                    <a:lumMod val="20000"/>
                    <a:lumOff val="80000"/>
                  </a:schemeClr>
                </a:solidFill>
              </a:rPr>
              <a:t>Looks like an array of floating point (float32 or float16)</a:t>
            </a:r>
          </a:p>
          <a:p>
            <a:pPr lvl="1"/>
            <a:r>
              <a:rPr lang="en-US" dirty="0">
                <a:solidFill>
                  <a:schemeClr val="accent2">
                    <a:lumMod val="20000"/>
                    <a:lumOff val="80000"/>
                  </a:schemeClr>
                </a:solidFill>
              </a:rPr>
              <a:t>JSON format used</a:t>
            </a:r>
          </a:p>
          <a:p>
            <a:pPr lvl="1"/>
            <a:endParaRPr lang="en-US" dirty="0">
              <a:solidFill>
                <a:schemeClr val="accent2">
                  <a:lumMod val="20000"/>
                  <a:lumOff val="80000"/>
                </a:schemeClr>
              </a:solidFill>
            </a:endParaRPr>
          </a:p>
          <a:p>
            <a:pPr lvl="1"/>
            <a:r>
              <a:rPr lang="en-US" dirty="0">
                <a:solidFill>
                  <a:schemeClr val="accent2">
                    <a:lumMod val="20000"/>
                    <a:lumOff val="80000"/>
                  </a:schemeClr>
                </a:solidFill>
              </a:rPr>
              <a:t>Limitations </a:t>
            </a:r>
          </a:p>
          <a:p>
            <a:pPr marL="1200150" lvl="2" indent="-285750">
              <a:buFont typeface="Arial" panose="020B0604020202020204" pitchFamily="34" charset="0"/>
              <a:buChar char="•"/>
            </a:pPr>
            <a:r>
              <a:rPr lang="en-US" dirty="0">
                <a:solidFill>
                  <a:schemeClr val="accent2">
                    <a:lumMod val="20000"/>
                    <a:lumOff val="80000"/>
                  </a:schemeClr>
                </a:solidFill>
              </a:rPr>
              <a:t>Holds up to 1998 dimensions</a:t>
            </a:r>
          </a:p>
          <a:p>
            <a:pPr marL="1200150" lvl="2" indent="-285750">
              <a:buFont typeface="Arial" panose="020B0604020202020204" pitchFamily="34" charset="0"/>
              <a:buChar char="•"/>
            </a:pPr>
            <a:r>
              <a:rPr lang="en-US" dirty="0">
                <a:solidFill>
                  <a:schemeClr val="accent2">
                    <a:lumMod val="20000"/>
                    <a:lumOff val="80000"/>
                  </a:schemeClr>
                </a:solidFill>
              </a:rPr>
              <a:t>Check and Default constraints nor not support for Vector columns</a:t>
            </a:r>
          </a:p>
          <a:p>
            <a:pPr marL="1200150" lvl="2" indent="-285750">
              <a:buFont typeface="Arial" panose="020B0604020202020204" pitchFamily="34" charset="0"/>
              <a:buChar char="•"/>
            </a:pPr>
            <a:r>
              <a:rPr lang="en-US" dirty="0">
                <a:solidFill>
                  <a:schemeClr val="accent2">
                    <a:lumMod val="20000"/>
                    <a:lumOff val="80000"/>
                  </a:schemeClr>
                </a:solidFill>
              </a:rPr>
              <a:t>Foreign key and primary key constraints not supported</a:t>
            </a:r>
          </a:p>
          <a:p>
            <a:pPr marL="1200150" lvl="2" indent="-285750">
              <a:buFont typeface="Arial" panose="020B0604020202020204" pitchFamily="34" charset="0"/>
              <a:buChar char="•"/>
            </a:pPr>
            <a:r>
              <a:rPr lang="en-US" dirty="0">
                <a:solidFill>
                  <a:schemeClr val="accent2">
                    <a:lumMod val="20000"/>
                    <a:lumOff val="80000"/>
                  </a:schemeClr>
                </a:solidFill>
              </a:rPr>
              <a:t>Most function other than the new Vector type functions will not work correctly</a:t>
            </a:r>
          </a:p>
          <a:p>
            <a:pPr marL="1200150" lvl="2" indent="-285750">
              <a:buFont typeface="Arial" panose="020B0604020202020204" pitchFamily="34" charset="0"/>
              <a:buChar char="•"/>
            </a:pPr>
            <a:r>
              <a:rPr lang="en-US" dirty="0">
                <a:solidFill>
                  <a:schemeClr val="accent2">
                    <a:lumMod val="20000"/>
                    <a:lumOff val="80000"/>
                  </a:schemeClr>
                </a:solidFill>
              </a:rPr>
              <a:t>Memory-Optimized table not support</a:t>
            </a:r>
          </a:p>
          <a:p>
            <a:pPr marL="1200150" lvl="2" indent="-285750">
              <a:buFont typeface="Arial" panose="020B0604020202020204" pitchFamily="34" charset="0"/>
              <a:buChar char="•"/>
            </a:pPr>
            <a:r>
              <a:rPr lang="en-US" dirty="0">
                <a:solidFill>
                  <a:schemeClr val="accent2">
                    <a:lumMod val="20000"/>
                    <a:lumOff val="80000"/>
                  </a:schemeClr>
                </a:solidFill>
              </a:rPr>
              <a:t>Always Encrypted not support</a:t>
            </a:r>
          </a:p>
          <a:p>
            <a:pPr marL="1200150" lvl="2" indent="-285750">
              <a:buFont typeface="Arial" panose="020B0604020202020204" pitchFamily="34" charset="0"/>
              <a:buChar char="•"/>
            </a:pPr>
            <a:r>
              <a:rPr lang="en-US" dirty="0">
                <a:solidFill>
                  <a:schemeClr val="accent2">
                    <a:lumMod val="20000"/>
                    <a:lumOff val="80000"/>
                  </a:schemeClr>
                </a:solidFill>
              </a:rPr>
              <a:t>No indexes expect for new vector index type on vector columns</a:t>
            </a:r>
          </a:p>
          <a:p>
            <a:pPr lvl="1"/>
            <a:endParaRPr lang="en-US" dirty="0">
              <a:solidFill>
                <a:schemeClr val="accent2">
                  <a:lumMod val="20000"/>
                  <a:lumOff val="80000"/>
                </a:schemeClr>
              </a:solidFill>
            </a:endParaRPr>
          </a:p>
          <a:p>
            <a:pPr lvl="1"/>
            <a:r>
              <a:rPr lang="en-US" dirty="0">
                <a:solidFill>
                  <a:schemeClr val="accent2">
                    <a:lumMod val="20000"/>
                    <a:lumOff val="80000"/>
                  </a:schemeClr>
                </a:solidFill>
              </a:rPr>
              <a:t>New Vector index using </a:t>
            </a:r>
            <a:r>
              <a:rPr lang="en-US" dirty="0" err="1">
                <a:solidFill>
                  <a:schemeClr val="accent2">
                    <a:lumMod val="20000"/>
                    <a:lumOff val="80000"/>
                  </a:schemeClr>
                </a:solidFill>
              </a:rPr>
              <a:t>DiskANN</a:t>
            </a:r>
            <a:endParaRPr lang="en-US" dirty="0">
              <a:solidFill>
                <a:schemeClr val="accent2">
                  <a:lumMod val="20000"/>
                  <a:lumOff val="80000"/>
                </a:schemeClr>
              </a:solidFill>
            </a:endParaRPr>
          </a:p>
          <a:p>
            <a:pPr lvl="1"/>
            <a:endParaRPr lang="en-US" dirty="0">
              <a:solidFill>
                <a:schemeClr val="accent2">
                  <a:lumMod val="20000"/>
                  <a:lumOff val="80000"/>
                </a:schemeClr>
              </a:solidFill>
            </a:endParaRPr>
          </a:p>
          <a:p>
            <a:pPr lvl="1"/>
            <a:endParaRPr lang="en-US" dirty="0">
              <a:solidFill>
                <a:schemeClr val="accent2">
                  <a:lumMod val="20000"/>
                  <a:lumOff val="80000"/>
                </a:schemeClr>
              </a:solidFill>
            </a:endParaRPr>
          </a:p>
          <a:p>
            <a:pPr lvl="1"/>
            <a:endParaRPr lang="en-US" dirty="0">
              <a:solidFill>
                <a:schemeClr val="accent2">
                  <a:lumMod val="20000"/>
                  <a:lumOff val="80000"/>
                </a:schemeClr>
              </a:solidFill>
            </a:endParaRPr>
          </a:p>
          <a:p>
            <a:endParaRPr lang="en-US" dirty="0"/>
          </a:p>
        </p:txBody>
      </p:sp>
    </p:spTree>
    <p:extLst>
      <p:ext uri="{BB962C8B-B14F-4D97-AF65-F5344CB8AC3E}">
        <p14:creationId xmlns:p14="http://schemas.microsoft.com/office/powerpoint/2010/main" val="5822325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8C5A32-2572-96A5-EBB3-09019F61350F}"/>
              </a:ext>
            </a:extLst>
          </p:cNvPr>
          <p:cNvSpPr>
            <a:spLocks noGrp="1"/>
          </p:cNvSpPr>
          <p:nvPr>
            <p:ph type="title"/>
          </p:nvPr>
        </p:nvSpPr>
        <p:spPr>
          <a:xfrm>
            <a:off x="321869" y="579120"/>
            <a:ext cx="11548261" cy="482764"/>
          </a:xfrm>
        </p:spPr>
        <p:txBody>
          <a:bodyPr/>
          <a:lstStyle/>
          <a:p>
            <a:r>
              <a:rPr lang="en-US" dirty="0"/>
              <a:t>Demo Setup</a:t>
            </a:r>
          </a:p>
        </p:txBody>
      </p:sp>
      <p:sp>
        <p:nvSpPr>
          <p:cNvPr id="4" name="Slide Number Placeholder 3">
            <a:extLst>
              <a:ext uri="{FF2B5EF4-FFF2-40B4-BE49-F238E27FC236}">
                <a16:creationId xmlns:a16="http://schemas.microsoft.com/office/drawing/2014/main" id="{2A810734-4519-D94F-D397-E200457B763D}"/>
              </a:ext>
            </a:extLst>
          </p:cNvPr>
          <p:cNvSpPr>
            <a:spLocks noGrp="1"/>
          </p:cNvSpPr>
          <p:nvPr>
            <p:ph type="sldNum" sz="quarter" idx="12"/>
          </p:nvPr>
        </p:nvSpPr>
        <p:spPr/>
        <p:txBody>
          <a:bodyPr/>
          <a:lstStyle/>
          <a:p>
            <a:fld id="{FE024F78-56A6-7740-B68D-8D4D026EDF3F}" type="slidenum">
              <a:rPr lang="en-US" smtClean="0"/>
              <a:pPr/>
              <a:t>6</a:t>
            </a:fld>
            <a:endParaRPr lang="en-US" dirty="0"/>
          </a:p>
        </p:txBody>
      </p:sp>
      <p:sp>
        <p:nvSpPr>
          <p:cNvPr id="5" name="TextBox 4">
            <a:extLst>
              <a:ext uri="{FF2B5EF4-FFF2-40B4-BE49-F238E27FC236}">
                <a16:creationId xmlns:a16="http://schemas.microsoft.com/office/drawing/2014/main" id="{96D9EF59-16FB-1C65-3A5C-E878ADEA2979}"/>
              </a:ext>
            </a:extLst>
          </p:cNvPr>
          <p:cNvSpPr txBox="1"/>
          <p:nvPr/>
        </p:nvSpPr>
        <p:spPr>
          <a:xfrm>
            <a:off x="924231" y="1297858"/>
            <a:ext cx="7806813" cy="3139321"/>
          </a:xfrm>
          <a:prstGeom prst="rect">
            <a:avLst/>
          </a:prstGeom>
          <a:noFill/>
        </p:spPr>
        <p:txBody>
          <a:bodyPr wrap="square" rtlCol="0">
            <a:spAutoFit/>
          </a:bodyPr>
          <a:lstStyle/>
          <a:p>
            <a:pPr marL="285750" indent="-285750">
              <a:buFont typeface="Arial" panose="020B0604020202020204" pitchFamily="34" charset="0"/>
              <a:buChar char="•"/>
            </a:pPr>
            <a:r>
              <a:rPr lang="en-US" u="sng" dirty="0">
                <a:solidFill>
                  <a:schemeClr val="accent2">
                    <a:lumMod val="20000"/>
                    <a:lumOff val="80000"/>
                  </a:schemeClr>
                </a:solidFill>
              </a:rPr>
              <a:t>SQL 2025 Developer Edition</a:t>
            </a:r>
          </a:p>
          <a:p>
            <a:pPr marL="285750" indent="-285750">
              <a:buFont typeface="Arial" panose="020B0604020202020204" pitchFamily="34" charset="0"/>
              <a:buChar char="•"/>
            </a:pPr>
            <a:r>
              <a:rPr lang="en-US" u="sng" dirty="0">
                <a:solidFill>
                  <a:schemeClr val="accent2">
                    <a:lumMod val="20000"/>
                    <a:lumOff val="80000"/>
                  </a:schemeClr>
                </a:solidFill>
              </a:rPr>
              <a:t>SQL Server Management Studio version 22</a:t>
            </a:r>
          </a:p>
          <a:p>
            <a:pPr marL="285750" indent="-285750">
              <a:buFont typeface="Arial" panose="020B0604020202020204" pitchFamily="34" charset="0"/>
              <a:buChar char="•"/>
            </a:pPr>
            <a:r>
              <a:rPr lang="en-US" u="sng" dirty="0">
                <a:solidFill>
                  <a:schemeClr val="accent2">
                    <a:lumMod val="20000"/>
                    <a:lumOff val="80000"/>
                  </a:schemeClr>
                </a:solidFill>
              </a:rPr>
              <a:t>Ollama (local model)</a:t>
            </a:r>
          </a:p>
          <a:p>
            <a:pPr marL="285750" indent="-285750">
              <a:buFont typeface="Arial" panose="020B0604020202020204" pitchFamily="34" charset="0"/>
              <a:buChar char="•"/>
            </a:pPr>
            <a:r>
              <a:rPr lang="en-US" u="sng" dirty="0">
                <a:solidFill>
                  <a:schemeClr val="accent2">
                    <a:lumMod val="20000"/>
                    <a:lumOff val="80000"/>
                  </a:schemeClr>
                </a:solidFill>
              </a:rPr>
              <a:t>OpenSSL (generate certificate)</a:t>
            </a:r>
          </a:p>
          <a:p>
            <a:pPr marL="285750" indent="-285750">
              <a:buFont typeface="Arial" panose="020B0604020202020204" pitchFamily="34" charset="0"/>
              <a:buChar char="•"/>
            </a:pPr>
            <a:r>
              <a:rPr lang="en-US" u="sng" dirty="0">
                <a:solidFill>
                  <a:schemeClr val="accent2">
                    <a:lumMod val="20000"/>
                    <a:lumOff val="80000"/>
                  </a:schemeClr>
                </a:solidFill>
              </a:rPr>
              <a:t>NGINX (HTTPS service)</a:t>
            </a:r>
          </a:p>
          <a:p>
            <a:pPr marL="285750" indent="-285750">
              <a:buFont typeface="Arial" panose="020B0604020202020204" pitchFamily="34" charset="0"/>
              <a:buChar char="•"/>
            </a:pPr>
            <a:r>
              <a:rPr lang="en-US" u="sng" dirty="0">
                <a:solidFill>
                  <a:schemeClr val="accent2">
                    <a:lumMod val="20000"/>
                    <a:lumOff val="80000"/>
                  </a:schemeClr>
                </a:solidFill>
              </a:rPr>
              <a:t>POSTMAN (test https post)</a:t>
            </a:r>
          </a:p>
          <a:p>
            <a:pPr marL="285750" indent="-285750">
              <a:buFont typeface="Arial" panose="020B0604020202020204" pitchFamily="34" charset="0"/>
              <a:buChar char="•"/>
            </a:pPr>
            <a:r>
              <a:rPr lang="en-US" u="sng" dirty="0">
                <a:solidFill>
                  <a:schemeClr val="accent2">
                    <a:lumMod val="20000"/>
                    <a:lumOff val="80000"/>
                  </a:schemeClr>
                </a:solidFill>
              </a:rPr>
              <a:t>SP_CONFIGURE</a:t>
            </a:r>
          </a:p>
          <a:p>
            <a:pPr marL="285750" indent="-285750">
              <a:buFont typeface="Arial" panose="020B0604020202020204" pitchFamily="34" charset="0"/>
              <a:buChar char="•"/>
            </a:pPr>
            <a:r>
              <a:rPr lang="en-US" u="sng" dirty="0">
                <a:solidFill>
                  <a:schemeClr val="accent2">
                    <a:lumMod val="20000"/>
                    <a:lumOff val="80000"/>
                  </a:schemeClr>
                </a:solidFill>
              </a:rPr>
              <a:t>	external rest endpoint enabled</a:t>
            </a:r>
          </a:p>
          <a:p>
            <a:pPr marL="285750" indent="-285750">
              <a:buFont typeface="Arial" panose="020B0604020202020204" pitchFamily="34" charset="0"/>
              <a:buChar char="•"/>
            </a:pPr>
            <a:r>
              <a:rPr lang="en-US" u="sng" dirty="0">
                <a:solidFill>
                  <a:schemeClr val="accent2">
                    <a:lumMod val="20000"/>
                    <a:lumOff val="80000"/>
                  </a:schemeClr>
                </a:solidFill>
              </a:rPr>
              <a:t>Create External Model</a:t>
            </a:r>
          </a:p>
          <a:p>
            <a:pPr marL="285750" indent="-285750">
              <a:buFont typeface="Arial" panose="020B0604020202020204" pitchFamily="34" charset="0"/>
              <a:buChar char="•"/>
            </a:pPr>
            <a:r>
              <a:rPr lang="en-US" u="sng" dirty="0">
                <a:solidFill>
                  <a:schemeClr val="accent2">
                    <a:lumMod val="20000"/>
                    <a:lumOff val="80000"/>
                  </a:schemeClr>
                </a:solidFill>
              </a:rPr>
              <a:t>AI_GENERATE_EMBEDDINGS (test model)</a:t>
            </a:r>
          </a:p>
          <a:p>
            <a:endParaRPr lang="en-US" dirty="0"/>
          </a:p>
        </p:txBody>
      </p:sp>
    </p:spTree>
    <p:extLst>
      <p:ext uri="{BB962C8B-B14F-4D97-AF65-F5344CB8AC3E}">
        <p14:creationId xmlns:p14="http://schemas.microsoft.com/office/powerpoint/2010/main" val="15872074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ubtitle 3">
            <a:extLst>
              <a:ext uri="{FF2B5EF4-FFF2-40B4-BE49-F238E27FC236}">
                <a16:creationId xmlns:a16="http://schemas.microsoft.com/office/drawing/2014/main" id="{260D053B-A40A-3228-B6D5-3371B9EE2E56}"/>
              </a:ext>
            </a:extLst>
          </p:cNvPr>
          <p:cNvSpPr>
            <a:spLocks noGrp="1"/>
          </p:cNvSpPr>
          <p:nvPr>
            <p:ph type="subTitle" idx="1"/>
          </p:nvPr>
        </p:nvSpPr>
        <p:spPr>
          <a:xfrm>
            <a:off x="321868" y="3484615"/>
            <a:ext cx="11562303" cy="2387865"/>
          </a:xfrm>
        </p:spPr>
        <p:txBody>
          <a:bodyPr/>
          <a:lstStyle/>
          <a:p>
            <a:r>
              <a:rPr lang="en-US" dirty="0"/>
              <a:t>Vector Demo</a:t>
            </a:r>
          </a:p>
        </p:txBody>
      </p:sp>
      <p:sp>
        <p:nvSpPr>
          <p:cNvPr id="3" name="Slide Number Placeholder 2">
            <a:extLst>
              <a:ext uri="{FF2B5EF4-FFF2-40B4-BE49-F238E27FC236}">
                <a16:creationId xmlns:a16="http://schemas.microsoft.com/office/drawing/2014/main" id="{A6A971A9-0C5C-DDFC-67F9-2E5A55F12F67}"/>
              </a:ext>
            </a:extLst>
          </p:cNvPr>
          <p:cNvSpPr>
            <a:spLocks noGrp="1"/>
          </p:cNvSpPr>
          <p:nvPr>
            <p:ph type="sldNum" sz="quarter" idx="12"/>
          </p:nvPr>
        </p:nvSpPr>
        <p:spPr>
          <a:xfrm>
            <a:off x="9140971" y="6226198"/>
            <a:ext cx="2743200" cy="365125"/>
          </a:xfrm>
        </p:spPr>
        <p:txBody>
          <a:bodyPr/>
          <a:lstStyle/>
          <a:p>
            <a:fld id="{FE024F78-56A6-7740-B68D-8D4D026EDF3F}" type="slidenum">
              <a:rPr lang="en-US" smtClean="0"/>
              <a:pPr/>
              <a:t>7</a:t>
            </a:fld>
            <a:endParaRPr lang="en-US" dirty="0"/>
          </a:p>
        </p:txBody>
      </p:sp>
      <p:sp>
        <p:nvSpPr>
          <p:cNvPr id="6" name="Title 5">
            <a:extLst>
              <a:ext uri="{FF2B5EF4-FFF2-40B4-BE49-F238E27FC236}">
                <a16:creationId xmlns:a16="http://schemas.microsoft.com/office/drawing/2014/main" id="{C4899B60-87A1-1D6B-E090-52C6F97BCC72}"/>
              </a:ext>
            </a:extLst>
          </p:cNvPr>
          <p:cNvSpPr>
            <a:spLocks noGrp="1"/>
          </p:cNvSpPr>
          <p:nvPr>
            <p:ph type="title"/>
          </p:nvPr>
        </p:nvSpPr>
        <p:spPr/>
        <p:txBody>
          <a:bodyPr/>
          <a:lstStyle/>
          <a:p>
            <a:r>
              <a:rPr lang="en-US" dirty="0"/>
              <a:t>Basic</a:t>
            </a:r>
          </a:p>
        </p:txBody>
      </p:sp>
    </p:spTree>
    <p:extLst>
      <p:ext uri="{BB962C8B-B14F-4D97-AF65-F5344CB8AC3E}">
        <p14:creationId xmlns:p14="http://schemas.microsoft.com/office/powerpoint/2010/main" val="13971937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63BA05-8292-8036-4638-B6C9D9C49311}"/>
            </a:ext>
          </a:extLst>
        </p:cNvPr>
        <p:cNvGrpSpPr/>
        <p:nvPr/>
      </p:nvGrpSpPr>
      <p:grpSpPr>
        <a:xfrm>
          <a:off x="0" y="0"/>
          <a:ext cx="0" cy="0"/>
          <a:chOff x="0" y="0"/>
          <a:chExt cx="0" cy="0"/>
        </a:xfrm>
      </p:grpSpPr>
      <p:sp>
        <p:nvSpPr>
          <p:cNvPr id="4" name="Subtitle 3">
            <a:extLst>
              <a:ext uri="{FF2B5EF4-FFF2-40B4-BE49-F238E27FC236}">
                <a16:creationId xmlns:a16="http://schemas.microsoft.com/office/drawing/2014/main" id="{E2C49E47-25FF-8858-00AF-45AB41BFB913}"/>
              </a:ext>
            </a:extLst>
          </p:cNvPr>
          <p:cNvSpPr>
            <a:spLocks noGrp="1"/>
          </p:cNvSpPr>
          <p:nvPr>
            <p:ph type="subTitle" idx="1"/>
          </p:nvPr>
        </p:nvSpPr>
        <p:spPr>
          <a:xfrm>
            <a:off x="321868" y="3484615"/>
            <a:ext cx="11562303" cy="2387865"/>
          </a:xfrm>
        </p:spPr>
        <p:txBody>
          <a:bodyPr/>
          <a:lstStyle/>
          <a:p>
            <a:r>
              <a:rPr lang="en-US" dirty="0"/>
              <a:t>Vector Demo</a:t>
            </a:r>
          </a:p>
        </p:txBody>
      </p:sp>
      <p:sp>
        <p:nvSpPr>
          <p:cNvPr id="3" name="Slide Number Placeholder 2">
            <a:extLst>
              <a:ext uri="{FF2B5EF4-FFF2-40B4-BE49-F238E27FC236}">
                <a16:creationId xmlns:a16="http://schemas.microsoft.com/office/drawing/2014/main" id="{BAFC85C7-C248-CD85-78E8-3EFF86F4459D}"/>
              </a:ext>
            </a:extLst>
          </p:cNvPr>
          <p:cNvSpPr>
            <a:spLocks noGrp="1"/>
          </p:cNvSpPr>
          <p:nvPr>
            <p:ph type="sldNum" sz="quarter" idx="12"/>
          </p:nvPr>
        </p:nvSpPr>
        <p:spPr>
          <a:xfrm>
            <a:off x="9140971" y="6226198"/>
            <a:ext cx="2743200" cy="365125"/>
          </a:xfrm>
        </p:spPr>
        <p:txBody>
          <a:bodyPr/>
          <a:lstStyle/>
          <a:p>
            <a:fld id="{FE024F78-56A6-7740-B68D-8D4D026EDF3F}" type="slidenum">
              <a:rPr lang="en-US" smtClean="0"/>
              <a:pPr/>
              <a:t>8</a:t>
            </a:fld>
            <a:endParaRPr lang="en-US" dirty="0"/>
          </a:p>
        </p:txBody>
      </p:sp>
      <p:sp>
        <p:nvSpPr>
          <p:cNvPr id="6" name="Title 5">
            <a:extLst>
              <a:ext uri="{FF2B5EF4-FFF2-40B4-BE49-F238E27FC236}">
                <a16:creationId xmlns:a16="http://schemas.microsoft.com/office/drawing/2014/main" id="{B501F9F2-6D3B-BC2E-57E0-E63F5B004867}"/>
              </a:ext>
            </a:extLst>
          </p:cNvPr>
          <p:cNvSpPr>
            <a:spLocks noGrp="1"/>
          </p:cNvSpPr>
          <p:nvPr>
            <p:ph type="title"/>
          </p:nvPr>
        </p:nvSpPr>
        <p:spPr/>
        <p:txBody>
          <a:bodyPr/>
          <a:lstStyle/>
          <a:p>
            <a:r>
              <a:rPr lang="en-US" dirty="0"/>
              <a:t>LLM SETUP</a:t>
            </a:r>
          </a:p>
        </p:txBody>
      </p:sp>
    </p:spTree>
    <p:extLst>
      <p:ext uri="{BB962C8B-B14F-4D97-AF65-F5344CB8AC3E}">
        <p14:creationId xmlns:p14="http://schemas.microsoft.com/office/powerpoint/2010/main" val="3587703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506955-8A65-AC52-2B81-EAAD15928D81}"/>
            </a:ext>
          </a:extLst>
        </p:cNvPr>
        <p:cNvGrpSpPr/>
        <p:nvPr/>
      </p:nvGrpSpPr>
      <p:grpSpPr>
        <a:xfrm>
          <a:off x="0" y="0"/>
          <a:ext cx="0" cy="0"/>
          <a:chOff x="0" y="0"/>
          <a:chExt cx="0" cy="0"/>
        </a:xfrm>
      </p:grpSpPr>
      <p:sp>
        <p:nvSpPr>
          <p:cNvPr id="4" name="Subtitle 3">
            <a:extLst>
              <a:ext uri="{FF2B5EF4-FFF2-40B4-BE49-F238E27FC236}">
                <a16:creationId xmlns:a16="http://schemas.microsoft.com/office/drawing/2014/main" id="{4722C5E9-86A7-4A8C-1E8F-91180A5771B3}"/>
              </a:ext>
            </a:extLst>
          </p:cNvPr>
          <p:cNvSpPr>
            <a:spLocks noGrp="1"/>
          </p:cNvSpPr>
          <p:nvPr>
            <p:ph type="subTitle" idx="1"/>
          </p:nvPr>
        </p:nvSpPr>
        <p:spPr>
          <a:xfrm>
            <a:off x="321868" y="3484615"/>
            <a:ext cx="11562303" cy="2387865"/>
          </a:xfrm>
        </p:spPr>
        <p:txBody>
          <a:bodyPr/>
          <a:lstStyle/>
          <a:p>
            <a:r>
              <a:rPr lang="en-US" dirty="0"/>
              <a:t>Vector Demo</a:t>
            </a:r>
          </a:p>
        </p:txBody>
      </p:sp>
      <p:sp>
        <p:nvSpPr>
          <p:cNvPr id="3" name="Slide Number Placeholder 2">
            <a:extLst>
              <a:ext uri="{FF2B5EF4-FFF2-40B4-BE49-F238E27FC236}">
                <a16:creationId xmlns:a16="http://schemas.microsoft.com/office/drawing/2014/main" id="{A4C6E5DB-2FBF-DBCF-9FC7-5DFDE7D4CD58}"/>
              </a:ext>
            </a:extLst>
          </p:cNvPr>
          <p:cNvSpPr>
            <a:spLocks noGrp="1"/>
          </p:cNvSpPr>
          <p:nvPr>
            <p:ph type="sldNum" sz="quarter" idx="12"/>
          </p:nvPr>
        </p:nvSpPr>
        <p:spPr>
          <a:xfrm>
            <a:off x="9140971" y="6226198"/>
            <a:ext cx="2743200" cy="365125"/>
          </a:xfrm>
        </p:spPr>
        <p:txBody>
          <a:bodyPr/>
          <a:lstStyle/>
          <a:p>
            <a:fld id="{FE024F78-56A6-7740-B68D-8D4D026EDF3F}" type="slidenum">
              <a:rPr lang="en-US" smtClean="0"/>
              <a:pPr/>
              <a:t>9</a:t>
            </a:fld>
            <a:endParaRPr lang="en-US" dirty="0"/>
          </a:p>
        </p:txBody>
      </p:sp>
      <p:sp>
        <p:nvSpPr>
          <p:cNvPr id="6" name="Title 5">
            <a:extLst>
              <a:ext uri="{FF2B5EF4-FFF2-40B4-BE49-F238E27FC236}">
                <a16:creationId xmlns:a16="http://schemas.microsoft.com/office/drawing/2014/main" id="{71E7E31B-C6C2-4E6B-6592-038441F8BBB5}"/>
              </a:ext>
            </a:extLst>
          </p:cNvPr>
          <p:cNvSpPr>
            <a:spLocks noGrp="1"/>
          </p:cNvSpPr>
          <p:nvPr>
            <p:ph type="title"/>
          </p:nvPr>
        </p:nvSpPr>
        <p:spPr/>
        <p:txBody>
          <a:bodyPr/>
          <a:lstStyle/>
          <a:p>
            <a:r>
              <a:rPr lang="en-US" dirty="0"/>
              <a:t>Advance</a:t>
            </a:r>
          </a:p>
        </p:txBody>
      </p:sp>
    </p:spTree>
    <p:extLst>
      <p:ext uri="{BB962C8B-B14F-4D97-AF65-F5344CB8AC3E}">
        <p14:creationId xmlns:p14="http://schemas.microsoft.com/office/powerpoint/2010/main" val="16848621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gradFill>
          <a:gsLst>
            <a:gs pos="100000">
              <a:schemeClr val="tx2"/>
            </a:gs>
            <a:gs pos="79000">
              <a:schemeClr val="accent6"/>
            </a:gs>
            <a:gs pos="31000">
              <a:srgbClr val="02090E"/>
            </a:gs>
            <a:gs pos="14000">
              <a:schemeClr val="accent4">
                <a:lumMod val="75000"/>
              </a:schemeClr>
            </a:gs>
            <a:gs pos="0">
              <a:schemeClr val="accent4"/>
            </a:gs>
          </a:gsLst>
          <a:lin ang="5400000" scaled="0"/>
        </a:gra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FEFE388-CD0B-9671-4D4E-D6D8004C8851}"/>
              </a:ext>
            </a:extLst>
          </p:cNvPr>
          <p:cNvSpPr>
            <a:spLocks noGrp="1"/>
          </p:cNvSpPr>
          <p:nvPr>
            <p:ph type="title"/>
          </p:nvPr>
        </p:nvSpPr>
        <p:spPr>
          <a:xfrm>
            <a:off x="799891" y="511762"/>
            <a:ext cx="4960830" cy="2785158"/>
          </a:xfrm>
        </p:spPr>
        <p:txBody>
          <a:bodyPr/>
          <a:lstStyle/>
          <a:p>
            <a:r>
              <a:rPr lang="en-US" dirty="0"/>
              <a:t>Overcoming </a:t>
            </a:r>
          </a:p>
        </p:txBody>
      </p:sp>
      <p:sp>
        <p:nvSpPr>
          <p:cNvPr id="5" name="Subtitle 4">
            <a:extLst>
              <a:ext uri="{FF2B5EF4-FFF2-40B4-BE49-F238E27FC236}">
                <a16:creationId xmlns:a16="http://schemas.microsoft.com/office/drawing/2014/main" id="{BE4E0F37-0AD5-833C-CBE5-EAE02EC46069}"/>
              </a:ext>
            </a:extLst>
          </p:cNvPr>
          <p:cNvSpPr>
            <a:spLocks noGrp="1"/>
          </p:cNvSpPr>
          <p:nvPr>
            <p:ph type="subTitle" idx="1"/>
          </p:nvPr>
        </p:nvSpPr>
        <p:spPr>
          <a:xfrm>
            <a:off x="802640" y="3484615"/>
            <a:ext cx="4958081" cy="2387865"/>
          </a:xfrm>
        </p:spPr>
        <p:txBody>
          <a:bodyPr/>
          <a:lstStyle/>
          <a:p>
            <a:r>
              <a:rPr lang="en-US" dirty="0"/>
              <a:t>Nervousness</a:t>
            </a:r>
          </a:p>
        </p:txBody>
      </p:sp>
      <p:pic>
        <p:nvPicPr>
          <p:cNvPr id="8" name="Picture Placeholder 7" descr="A blue and purple spirals">
            <a:extLst>
              <a:ext uri="{FF2B5EF4-FFF2-40B4-BE49-F238E27FC236}">
                <a16:creationId xmlns:a16="http://schemas.microsoft.com/office/drawing/2014/main" id="{E1DBD4C7-D952-4426-40FD-8799F80F821F}"/>
              </a:ext>
            </a:extLst>
          </p:cNvPr>
          <p:cNvPicPr>
            <a:picLocks noGrp="1" noChangeAspect="1"/>
          </p:cNvPicPr>
          <p:nvPr>
            <p:ph type="pic" sz="quarter" idx="13"/>
          </p:nvPr>
        </p:nvPicPr>
        <p:blipFill>
          <a:blip r:embed="rId3"/>
          <a:srcRect t="31" b="31"/>
          <a:stretch/>
        </p:blipFill>
        <p:spPr>
          <a:xfrm>
            <a:off x="6497638" y="336550"/>
            <a:ext cx="5322887" cy="6184900"/>
          </a:xfrm>
        </p:spPr>
      </p:pic>
      <p:sp>
        <p:nvSpPr>
          <p:cNvPr id="4" name="Slide Number Placeholder 3">
            <a:extLst>
              <a:ext uri="{FF2B5EF4-FFF2-40B4-BE49-F238E27FC236}">
                <a16:creationId xmlns:a16="http://schemas.microsoft.com/office/drawing/2014/main" id="{67D6EA54-3083-FB0D-9011-2353791B0495}"/>
              </a:ext>
            </a:extLst>
          </p:cNvPr>
          <p:cNvSpPr>
            <a:spLocks noGrp="1"/>
          </p:cNvSpPr>
          <p:nvPr>
            <p:ph type="sldNum" sz="quarter" idx="12"/>
          </p:nvPr>
        </p:nvSpPr>
        <p:spPr>
          <a:xfrm>
            <a:off x="9140971" y="6226198"/>
            <a:ext cx="2743200" cy="365125"/>
          </a:xfrm>
        </p:spPr>
        <p:txBody>
          <a:bodyPr/>
          <a:lstStyle/>
          <a:p>
            <a:fld id="{FE024F78-56A6-7740-B68D-8D4D026EDF3F}" type="slidenum">
              <a:rPr lang="en-US" smtClean="0"/>
              <a:pPr/>
              <a:t>10</a:t>
            </a:fld>
            <a:endParaRPr lang="en-US" dirty="0"/>
          </a:p>
        </p:txBody>
      </p:sp>
    </p:spTree>
    <p:extLst>
      <p:ext uri="{BB962C8B-B14F-4D97-AF65-F5344CB8AC3E}">
        <p14:creationId xmlns:p14="http://schemas.microsoft.com/office/powerpoint/2010/main" val="5981449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F60903-003B-273E-3584-5312F76C3EF3}"/>
              </a:ext>
            </a:extLst>
          </p:cNvPr>
          <p:cNvSpPr>
            <a:spLocks noGrp="1"/>
          </p:cNvSpPr>
          <p:nvPr>
            <p:ph type="title"/>
          </p:nvPr>
        </p:nvSpPr>
        <p:spPr>
          <a:xfrm>
            <a:off x="3305669" y="113097"/>
            <a:ext cx="7420819" cy="1656304"/>
          </a:xfrm>
        </p:spPr>
        <p:txBody>
          <a:bodyPr/>
          <a:lstStyle/>
          <a:p>
            <a:r>
              <a:rPr lang="en-US" dirty="0"/>
              <a:t>ENGAGING THE AUDIENCE</a:t>
            </a:r>
          </a:p>
        </p:txBody>
      </p:sp>
      <p:sp>
        <p:nvSpPr>
          <p:cNvPr id="4" name="Content Placeholder 3">
            <a:extLst>
              <a:ext uri="{FF2B5EF4-FFF2-40B4-BE49-F238E27FC236}">
                <a16:creationId xmlns:a16="http://schemas.microsoft.com/office/drawing/2014/main" id="{74160DFF-2E7E-7A22-819A-C011020DFF01}"/>
              </a:ext>
            </a:extLst>
          </p:cNvPr>
          <p:cNvSpPr>
            <a:spLocks noGrp="1"/>
          </p:cNvSpPr>
          <p:nvPr>
            <p:ph sz="quarter" idx="31"/>
          </p:nvPr>
        </p:nvSpPr>
        <p:spPr>
          <a:xfrm>
            <a:off x="3305669" y="2470150"/>
            <a:ext cx="7420819" cy="3676649"/>
          </a:xfrm>
        </p:spPr>
        <p:txBody>
          <a:bodyPr/>
          <a:lstStyle/>
          <a:p>
            <a:r>
              <a:rPr lang="en-US" dirty="0"/>
              <a:t>Make eye contact with your audience to create a sense of intimacy and involvement</a:t>
            </a:r>
          </a:p>
          <a:p>
            <a:r>
              <a:rPr lang="en-US" dirty="0"/>
              <a:t>Weave relatable stories into your presentation using narratives that make your message memorable and impactful</a:t>
            </a:r>
          </a:p>
          <a:p>
            <a:r>
              <a:rPr lang="en-US" dirty="0"/>
              <a:t>Encourage questions and provide thoughtful responses to enhance audience participation</a:t>
            </a:r>
          </a:p>
          <a:p>
            <a:r>
              <a:rPr lang="en-US" dirty="0"/>
              <a:t>Use live polls or surveys to gather audience opinions, promoting engagement and making sure the audience feel involved</a:t>
            </a:r>
          </a:p>
        </p:txBody>
      </p:sp>
      <p:sp>
        <p:nvSpPr>
          <p:cNvPr id="3" name="Slide Number Placeholder 2">
            <a:extLst>
              <a:ext uri="{FF2B5EF4-FFF2-40B4-BE49-F238E27FC236}">
                <a16:creationId xmlns:a16="http://schemas.microsoft.com/office/drawing/2014/main" id="{64347AE7-D6A2-42FB-3D58-6297742FC352}"/>
              </a:ext>
            </a:extLst>
          </p:cNvPr>
          <p:cNvSpPr>
            <a:spLocks noGrp="1"/>
          </p:cNvSpPr>
          <p:nvPr>
            <p:ph type="sldNum" sz="quarter" idx="12"/>
          </p:nvPr>
        </p:nvSpPr>
        <p:spPr>
          <a:xfrm>
            <a:off x="9140971" y="6226198"/>
            <a:ext cx="2743200" cy="365125"/>
          </a:xfrm>
        </p:spPr>
        <p:txBody>
          <a:bodyPr/>
          <a:lstStyle/>
          <a:p>
            <a:fld id="{FE024F78-56A6-7740-B68D-8D4D026EDF3F}" type="slidenum">
              <a:rPr lang="en-US" smtClean="0"/>
              <a:pPr/>
              <a:t>11</a:t>
            </a:fld>
            <a:endParaRPr lang="en-US" dirty="0"/>
          </a:p>
        </p:txBody>
      </p:sp>
    </p:spTree>
    <p:extLst>
      <p:ext uri="{BB962C8B-B14F-4D97-AF65-F5344CB8AC3E}">
        <p14:creationId xmlns:p14="http://schemas.microsoft.com/office/powerpoint/2010/main" val="19626372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Rectangle 2" hidden="1">
            <a:extLst>
              <a:ext uri="{FF2B5EF4-FFF2-40B4-BE49-F238E27FC236}">
                <a16:creationId xmlns:a16="http://schemas.microsoft.com/office/drawing/2014/main" id="{8692FC88-DAD7-F5AD-7831-DE54322108F6}"/>
              </a:ext>
              <a:ext uri="{C183D7F6-B498-43B3-948B-1728B52AA6E4}">
                <adec:decorative xmlns:adec="http://schemas.microsoft.com/office/drawing/2017/decorative" val="1"/>
              </a:ext>
            </a:extLst>
          </p:cNvPr>
          <p:cNvSpPr/>
          <p:nvPr/>
        </p:nvSpPr>
        <p:spPr>
          <a:xfrm>
            <a:off x="1" y="2"/>
            <a:ext cx="12227942" cy="6857997"/>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9" name="Title 1">
            <a:extLst>
              <a:ext uri="{FF2B5EF4-FFF2-40B4-BE49-F238E27FC236}">
                <a16:creationId xmlns:a16="http://schemas.microsoft.com/office/drawing/2014/main" id="{0FD6A3FE-1BF6-4C1A-0553-EBD497A69F2D}"/>
              </a:ext>
            </a:extLst>
          </p:cNvPr>
          <p:cNvSpPr>
            <a:spLocks noGrp="1"/>
          </p:cNvSpPr>
          <p:nvPr>
            <p:ph type="title"/>
          </p:nvPr>
        </p:nvSpPr>
        <p:spPr>
          <a:xfrm>
            <a:off x="2932448" y="264160"/>
            <a:ext cx="6327105" cy="3373973"/>
          </a:xfrm>
        </p:spPr>
        <p:txBody>
          <a:bodyPr anchor="b"/>
          <a:lstStyle/>
          <a:p>
            <a:r>
              <a:rPr lang="en-US" dirty="0"/>
              <a:t>SELECTING</a:t>
            </a:r>
            <a:br>
              <a:rPr lang="en-US" dirty="0"/>
            </a:br>
            <a:r>
              <a:rPr lang="en-US" dirty="0"/>
              <a:t>VISUAL AIDS</a:t>
            </a:r>
          </a:p>
        </p:txBody>
      </p:sp>
      <p:sp>
        <p:nvSpPr>
          <p:cNvPr id="6" name="Subtitle 5">
            <a:extLst>
              <a:ext uri="{FF2B5EF4-FFF2-40B4-BE49-F238E27FC236}">
                <a16:creationId xmlns:a16="http://schemas.microsoft.com/office/drawing/2014/main" id="{C15774B0-D971-67D7-27EB-FDB82B3A58CD}"/>
              </a:ext>
            </a:extLst>
          </p:cNvPr>
          <p:cNvSpPr>
            <a:spLocks noGrp="1"/>
          </p:cNvSpPr>
          <p:nvPr>
            <p:ph type="subTitle" idx="1"/>
          </p:nvPr>
        </p:nvSpPr>
        <p:spPr>
          <a:xfrm>
            <a:off x="2932448" y="3962135"/>
            <a:ext cx="6327105" cy="2653771"/>
          </a:xfrm>
        </p:spPr>
        <p:txBody>
          <a:bodyPr/>
          <a:lstStyle/>
          <a:p>
            <a:r>
              <a:rPr lang="en-US" dirty="0"/>
              <a:t>ENHANCING YOUR PRESENTATION</a:t>
            </a:r>
          </a:p>
        </p:txBody>
      </p:sp>
    </p:spTree>
    <p:extLst>
      <p:ext uri="{BB962C8B-B14F-4D97-AF65-F5344CB8AC3E}">
        <p14:creationId xmlns:p14="http://schemas.microsoft.com/office/powerpoint/2010/main" val="13307339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A29A4-AAFD-04EE-0732-0671E83D5EF1}"/>
              </a:ext>
            </a:extLst>
          </p:cNvPr>
          <p:cNvSpPr>
            <a:spLocks noGrp="1"/>
          </p:cNvSpPr>
          <p:nvPr>
            <p:ph type="title"/>
          </p:nvPr>
        </p:nvSpPr>
        <p:spPr>
          <a:xfrm>
            <a:off x="2399620" y="162560"/>
            <a:ext cx="8843050" cy="1616904"/>
          </a:xfrm>
        </p:spPr>
        <p:txBody>
          <a:bodyPr/>
          <a:lstStyle/>
          <a:p>
            <a:r>
              <a:rPr lang="en-US" dirty="0"/>
              <a:t>EFFECTIVE DELIVERY TECHNIQUES</a:t>
            </a:r>
          </a:p>
        </p:txBody>
      </p:sp>
      <p:sp>
        <p:nvSpPr>
          <p:cNvPr id="3" name="Content Placeholder 2">
            <a:extLst>
              <a:ext uri="{FF2B5EF4-FFF2-40B4-BE49-F238E27FC236}">
                <a16:creationId xmlns:a16="http://schemas.microsoft.com/office/drawing/2014/main" id="{F09FEE91-E849-1CB0-9E51-A58B99C631C5}"/>
              </a:ext>
            </a:extLst>
          </p:cNvPr>
          <p:cNvSpPr>
            <a:spLocks noGrp="1"/>
          </p:cNvSpPr>
          <p:nvPr>
            <p:ph sz="quarter" idx="35"/>
          </p:nvPr>
        </p:nvSpPr>
        <p:spPr>
          <a:xfrm>
            <a:off x="2373002" y="2474811"/>
            <a:ext cx="4015098" cy="3528397"/>
          </a:xfrm>
        </p:spPr>
        <p:txBody>
          <a:bodyPr/>
          <a:lstStyle/>
          <a:p>
            <a:r>
              <a:rPr lang="en-US" dirty="0"/>
              <a:t>This is a powerful tool in public speaking. It involves varying pitch, tone, and volume to convey emotion, emphasize points, and maintain interest.</a:t>
            </a:r>
          </a:p>
          <a:p>
            <a:pPr lvl="1"/>
            <a:r>
              <a:rPr lang="en-US" dirty="0"/>
              <a:t>Pitch variation</a:t>
            </a:r>
          </a:p>
          <a:p>
            <a:pPr lvl="1"/>
            <a:r>
              <a:rPr lang="en-US" dirty="0"/>
              <a:t>Tone inflection</a:t>
            </a:r>
          </a:p>
          <a:p>
            <a:pPr lvl="1"/>
            <a:r>
              <a:rPr lang="en-US" dirty="0"/>
              <a:t>Volume control</a:t>
            </a:r>
          </a:p>
        </p:txBody>
      </p:sp>
      <p:sp>
        <p:nvSpPr>
          <p:cNvPr id="4" name="Content Placeholder 3">
            <a:extLst>
              <a:ext uri="{FF2B5EF4-FFF2-40B4-BE49-F238E27FC236}">
                <a16:creationId xmlns:a16="http://schemas.microsoft.com/office/drawing/2014/main" id="{9B774F1A-D233-C240-B22D-F82C6161FAC1}"/>
              </a:ext>
            </a:extLst>
          </p:cNvPr>
          <p:cNvSpPr>
            <a:spLocks noGrp="1"/>
          </p:cNvSpPr>
          <p:nvPr>
            <p:ph sz="quarter" idx="36"/>
          </p:nvPr>
        </p:nvSpPr>
        <p:spPr>
          <a:xfrm>
            <a:off x="6995159" y="2474811"/>
            <a:ext cx="4227332" cy="3528397"/>
          </a:xfrm>
        </p:spPr>
        <p:txBody>
          <a:bodyPr/>
          <a:lstStyle/>
          <a:p>
            <a:r>
              <a:rPr lang="en-US" dirty="0"/>
              <a:t>Effective body language enhances your message, making it more impactful and memorable.</a:t>
            </a:r>
          </a:p>
          <a:p>
            <a:pPr lvl="1"/>
            <a:r>
              <a:rPr lang="en-US" dirty="0"/>
              <a:t>Meaningful eye contact</a:t>
            </a:r>
          </a:p>
          <a:p>
            <a:pPr lvl="1"/>
            <a:r>
              <a:rPr lang="en-US" dirty="0"/>
              <a:t>Purposeful gestures</a:t>
            </a:r>
          </a:p>
          <a:p>
            <a:pPr lvl="1"/>
            <a:r>
              <a:rPr lang="en-US" dirty="0"/>
              <a:t>Maintain good posture</a:t>
            </a:r>
          </a:p>
          <a:p>
            <a:pPr lvl="1"/>
            <a:r>
              <a:rPr lang="en-US" dirty="0"/>
              <a:t>Control your expressions</a:t>
            </a:r>
          </a:p>
        </p:txBody>
      </p:sp>
      <p:sp>
        <p:nvSpPr>
          <p:cNvPr id="5" name="Slide Number Placeholder 4">
            <a:extLst>
              <a:ext uri="{FF2B5EF4-FFF2-40B4-BE49-F238E27FC236}">
                <a16:creationId xmlns:a16="http://schemas.microsoft.com/office/drawing/2014/main" id="{23E23533-91C6-420C-B7D7-4977ACF73ACF}"/>
              </a:ext>
            </a:extLst>
          </p:cNvPr>
          <p:cNvSpPr>
            <a:spLocks noGrp="1"/>
          </p:cNvSpPr>
          <p:nvPr>
            <p:ph type="sldNum" sz="quarter" idx="12"/>
          </p:nvPr>
        </p:nvSpPr>
        <p:spPr>
          <a:xfrm>
            <a:off x="9140971" y="6226198"/>
            <a:ext cx="2743200" cy="365125"/>
          </a:xfrm>
        </p:spPr>
        <p:txBody>
          <a:bodyPr/>
          <a:lstStyle/>
          <a:p>
            <a:fld id="{FE024F78-56A6-7740-B68D-8D4D026EDF3F}" type="slidenum">
              <a:rPr lang="en-US" smtClean="0"/>
              <a:pPr/>
              <a:t>13</a:t>
            </a:fld>
            <a:endParaRPr lang="en-US" dirty="0"/>
          </a:p>
        </p:txBody>
      </p:sp>
    </p:spTree>
    <p:extLst>
      <p:ext uri="{BB962C8B-B14F-4D97-AF65-F5344CB8AC3E}">
        <p14:creationId xmlns:p14="http://schemas.microsoft.com/office/powerpoint/2010/main" val="10736015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83E06-8BEA-1DD3-D0D6-391C08880EBF}"/>
              </a:ext>
            </a:extLst>
          </p:cNvPr>
          <p:cNvSpPr>
            <a:spLocks noGrp="1"/>
          </p:cNvSpPr>
          <p:nvPr>
            <p:ph type="title"/>
          </p:nvPr>
        </p:nvSpPr>
        <p:spPr>
          <a:xfrm>
            <a:off x="741680" y="430482"/>
            <a:ext cx="10500989" cy="1327464"/>
          </a:xfrm>
        </p:spPr>
        <p:txBody>
          <a:bodyPr/>
          <a:lstStyle/>
          <a:p>
            <a:r>
              <a:rPr lang="en-US" dirty="0"/>
              <a:t>NAVIGATING Q&amp;A SESSIONS</a:t>
            </a:r>
          </a:p>
        </p:txBody>
      </p:sp>
      <p:sp>
        <p:nvSpPr>
          <p:cNvPr id="3" name="Content Placeholder 2">
            <a:extLst>
              <a:ext uri="{FF2B5EF4-FFF2-40B4-BE49-F238E27FC236}">
                <a16:creationId xmlns:a16="http://schemas.microsoft.com/office/drawing/2014/main" id="{1CF175D3-F3DC-695F-474B-346EDCA5D60F}"/>
              </a:ext>
            </a:extLst>
          </p:cNvPr>
          <p:cNvSpPr>
            <a:spLocks noGrp="1"/>
          </p:cNvSpPr>
          <p:nvPr>
            <p:ph sz="quarter" idx="35"/>
          </p:nvPr>
        </p:nvSpPr>
        <p:spPr>
          <a:xfrm>
            <a:off x="807038" y="2465539"/>
            <a:ext cx="3774587" cy="3723753"/>
          </a:xfrm>
        </p:spPr>
        <p:txBody>
          <a:bodyPr/>
          <a:lstStyle/>
          <a:p>
            <a:r>
              <a:rPr lang="en-US" dirty="0"/>
              <a:t>Know your material in advance</a:t>
            </a:r>
          </a:p>
          <a:p>
            <a:r>
              <a:rPr lang="en-US" dirty="0"/>
              <a:t>Anticipate common questions</a:t>
            </a:r>
          </a:p>
          <a:p>
            <a:r>
              <a:rPr lang="en-US" dirty="0"/>
              <a:t>Rehearse your responses</a:t>
            </a:r>
          </a:p>
        </p:txBody>
      </p:sp>
      <p:sp>
        <p:nvSpPr>
          <p:cNvPr id="4" name="Content Placeholder 3">
            <a:extLst>
              <a:ext uri="{FF2B5EF4-FFF2-40B4-BE49-F238E27FC236}">
                <a16:creationId xmlns:a16="http://schemas.microsoft.com/office/drawing/2014/main" id="{3770D91C-D5C0-248C-26D3-DE7C7C72E632}"/>
              </a:ext>
            </a:extLst>
          </p:cNvPr>
          <p:cNvSpPr>
            <a:spLocks noGrp="1"/>
          </p:cNvSpPr>
          <p:nvPr>
            <p:ph sz="quarter" idx="36"/>
          </p:nvPr>
        </p:nvSpPr>
        <p:spPr>
          <a:xfrm>
            <a:off x="4927600" y="2465539"/>
            <a:ext cx="6315069" cy="3723753"/>
          </a:xfrm>
        </p:spPr>
        <p:txBody>
          <a:bodyPr/>
          <a:lstStyle/>
          <a:p>
            <a:r>
              <a:rPr lang="en-US" dirty="0"/>
              <a:t>Maintaining composure during the Q&amp;A session is essential for projecting confidence and authority. Consider the following tips for staying composed:</a:t>
            </a:r>
          </a:p>
          <a:p>
            <a:pPr lvl="1"/>
            <a:r>
              <a:rPr lang="en-US" dirty="0"/>
              <a:t>Stay calm</a:t>
            </a:r>
          </a:p>
          <a:p>
            <a:pPr lvl="1"/>
            <a:r>
              <a:rPr lang="en-US" dirty="0"/>
              <a:t>Actively listen</a:t>
            </a:r>
          </a:p>
          <a:p>
            <a:pPr lvl="1"/>
            <a:r>
              <a:rPr lang="en-US" dirty="0"/>
              <a:t>Pause and reflect</a:t>
            </a:r>
          </a:p>
          <a:p>
            <a:pPr lvl="1"/>
            <a:r>
              <a:rPr lang="en-US" dirty="0"/>
              <a:t>Maintain eye contact</a:t>
            </a:r>
          </a:p>
        </p:txBody>
      </p:sp>
      <p:sp>
        <p:nvSpPr>
          <p:cNvPr id="5" name="Slide Number Placeholder 4">
            <a:extLst>
              <a:ext uri="{FF2B5EF4-FFF2-40B4-BE49-F238E27FC236}">
                <a16:creationId xmlns:a16="http://schemas.microsoft.com/office/drawing/2014/main" id="{E87B8B6A-2B28-5C38-80E7-0EBE705FFBBF}"/>
              </a:ext>
            </a:extLst>
          </p:cNvPr>
          <p:cNvSpPr>
            <a:spLocks noGrp="1"/>
          </p:cNvSpPr>
          <p:nvPr>
            <p:ph type="sldNum" sz="quarter" idx="12"/>
          </p:nvPr>
        </p:nvSpPr>
        <p:spPr>
          <a:xfrm>
            <a:off x="9140971" y="6226198"/>
            <a:ext cx="2743200" cy="365125"/>
          </a:xfrm>
        </p:spPr>
        <p:txBody>
          <a:bodyPr/>
          <a:lstStyle/>
          <a:p>
            <a:fld id="{FE024F78-56A6-7740-B68D-8D4D026EDF3F}" type="slidenum">
              <a:rPr lang="en-US" smtClean="0"/>
              <a:pPr/>
              <a:t>14</a:t>
            </a:fld>
            <a:endParaRPr lang="en-US" dirty="0"/>
          </a:p>
        </p:txBody>
      </p:sp>
    </p:spTree>
    <p:extLst>
      <p:ext uri="{BB962C8B-B14F-4D97-AF65-F5344CB8AC3E}">
        <p14:creationId xmlns:p14="http://schemas.microsoft.com/office/powerpoint/2010/main" val="27280596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3EB8B-0AB9-7554-AEEA-E8D744959E9A}"/>
              </a:ext>
            </a:extLst>
          </p:cNvPr>
          <p:cNvSpPr>
            <a:spLocks noGrp="1"/>
          </p:cNvSpPr>
          <p:nvPr>
            <p:ph type="title"/>
          </p:nvPr>
        </p:nvSpPr>
        <p:spPr>
          <a:xfrm>
            <a:off x="6889627" y="173736"/>
            <a:ext cx="4352662" cy="2203704"/>
          </a:xfrm>
        </p:spPr>
        <p:txBody>
          <a:bodyPr/>
          <a:lstStyle/>
          <a:p>
            <a:pPr lvl="0"/>
            <a:r>
              <a:rPr lang="en-US" noProof="0" dirty="0"/>
              <a:t>SPEAKING IMPACT</a:t>
            </a:r>
          </a:p>
        </p:txBody>
      </p:sp>
      <p:pic>
        <p:nvPicPr>
          <p:cNvPr id="6" name="Picture Placeholder 5" descr="A blue and purple spiral">
            <a:extLst>
              <a:ext uri="{FF2B5EF4-FFF2-40B4-BE49-F238E27FC236}">
                <a16:creationId xmlns:a16="http://schemas.microsoft.com/office/drawing/2014/main" id="{05B64636-376E-96D4-B550-D764B2C6A6A7}"/>
              </a:ext>
            </a:extLst>
          </p:cNvPr>
          <p:cNvPicPr>
            <a:picLocks noGrp="1" noChangeAspect="1"/>
          </p:cNvPicPr>
          <p:nvPr>
            <p:ph type="pic" sz="quarter" idx="37"/>
          </p:nvPr>
        </p:nvPicPr>
        <p:blipFill rotWithShape="1">
          <a:blip r:embed="rId3" cstate="screen">
            <a:extLst>
              <a:ext uri="{28A0092B-C50C-407E-A947-70E740481C1C}">
                <a14:useLocalDpi xmlns:a14="http://schemas.microsoft.com/office/drawing/2010/main"/>
              </a:ext>
            </a:extLst>
          </a:blip>
          <a:srcRect t="202" b="202"/>
          <a:stretch/>
        </p:blipFill>
        <p:spPr>
          <a:xfrm>
            <a:off x="336550" y="336550"/>
            <a:ext cx="5303640" cy="6184900"/>
          </a:xfrm>
        </p:spPr>
      </p:pic>
      <p:sp>
        <p:nvSpPr>
          <p:cNvPr id="3" name="Content Placeholder 2">
            <a:extLst>
              <a:ext uri="{FF2B5EF4-FFF2-40B4-BE49-F238E27FC236}">
                <a16:creationId xmlns:a16="http://schemas.microsoft.com/office/drawing/2014/main" id="{FB2F5F9A-B16D-CA49-7F40-A0142E41DC56}"/>
              </a:ext>
            </a:extLst>
          </p:cNvPr>
          <p:cNvSpPr>
            <a:spLocks noGrp="1"/>
          </p:cNvSpPr>
          <p:nvPr>
            <p:ph sz="quarter" idx="36"/>
          </p:nvPr>
        </p:nvSpPr>
        <p:spPr>
          <a:xfrm>
            <a:off x="6889627" y="3104277"/>
            <a:ext cx="4371560" cy="3022201"/>
          </a:xfrm>
        </p:spPr>
        <p:txBody>
          <a:bodyPr/>
          <a:lstStyle/>
          <a:p>
            <a:r>
              <a:rPr lang="en-US" dirty="0"/>
              <a:t>Your ability to communicate effectively will leave a lasting impact on your audience</a:t>
            </a:r>
          </a:p>
          <a:p>
            <a:r>
              <a:rPr lang="en-US" dirty="0"/>
              <a:t>Effectively communicating involves not only delivering a message but also resonating with the experiences, values, and emotions of those listening </a:t>
            </a:r>
          </a:p>
        </p:txBody>
      </p:sp>
      <p:sp>
        <p:nvSpPr>
          <p:cNvPr id="4" name="Slide Number Placeholder 3">
            <a:extLst>
              <a:ext uri="{FF2B5EF4-FFF2-40B4-BE49-F238E27FC236}">
                <a16:creationId xmlns:a16="http://schemas.microsoft.com/office/drawing/2014/main" id="{921DB868-BEE2-49F7-9AC5-A3B143880250}"/>
              </a:ext>
            </a:extLst>
          </p:cNvPr>
          <p:cNvSpPr>
            <a:spLocks noGrp="1"/>
          </p:cNvSpPr>
          <p:nvPr>
            <p:ph type="sldNum" sz="quarter" idx="12"/>
          </p:nvPr>
        </p:nvSpPr>
        <p:spPr>
          <a:xfrm>
            <a:off x="9140971" y="6226198"/>
            <a:ext cx="2743200" cy="365125"/>
          </a:xfrm>
        </p:spPr>
        <p:txBody>
          <a:bodyPr/>
          <a:lstStyle/>
          <a:p>
            <a:fld id="{FE024F78-56A6-7740-B68D-8D4D026EDF3F}" type="slidenum">
              <a:rPr lang="en-US" smtClean="0"/>
              <a:pPr/>
              <a:t>15</a:t>
            </a:fld>
            <a:endParaRPr lang="en-US" dirty="0"/>
          </a:p>
        </p:txBody>
      </p:sp>
    </p:spTree>
    <p:extLst>
      <p:ext uri="{BB962C8B-B14F-4D97-AF65-F5344CB8AC3E}">
        <p14:creationId xmlns:p14="http://schemas.microsoft.com/office/powerpoint/2010/main" val="9103156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6DE3104-398C-EF95-D86E-630F512487F9}"/>
              </a:ext>
            </a:extLst>
          </p:cNvPr>
          <p:cNvSpPr>
            <a:spLocks noGrp="1"/>
          </p:cNvSpPr>
          <p:nvPr>
            <p:ph type="title"/>
          </p:nvPr>
        </p:nvSpPr>
        <p:spPr>
          <a:xfrm>
            <a:off x="835370" y="171396"/>
            <a:ext cx="3736630" cy="2202350"/>
          </a:xfrm>
        </p:spPr>
        <p:txBody>
          <a:bodyPr/>
          <a:lstStyle/>
          <a:p>
            <a:pPr lvl="0"/>
            <a:r>
              <a:rPr lang="en-US" noProof="0" dirty="0"/>
              <a:t>DYNAMIC DELIVERY</a:t>
            </a:r>
          </a:p>
        </p:txBody>
      </p:sp>
      <p:sp>
        <p:nvSpPr>
          <p:cNvPr id="4" name="Content Placeholder 3">
            <a:extLst>
              <a:ext uri="{FF2B5EF4-FFF2-40B4-BE49-F238E27FC236}">
                <a16:creationId xmlns:a16="http://schemas.microsoft.com/office/drawing/2014/main" id="{67328E6B-D306-C2F9-54E9-FD35599AC24B}"/>
              </a:ext>
            </a:extLst>
          </p:cNvPr>
          <p:cNvSpPr>
            <a:spLocks noGrp="1"/>
          </p:cNvSpPr>
          <p:nvPr>
            <p:ph sz="quarter" idx="36"/>
          </p:nvPr>
        </p:nvSpPr>
        <p:spPr>
          <a:xfrm>
            <a:off x="841716" y="3078480"/>
            <a:ext cx="3108193" cy="3047997"/>
          </a:xfrm>
        </p:spPr>
        <p:txBody>
          <a:bodyPr/>
          <a:lstStyle/>
          <a:p>
            <a:r>
              <a:rPr lang="en-US" dirty="0"/>
              <a:t>Learn to infuse energy into your delivery to leave a lasting impression</a:t>
            </a:r>
          </a:p>
          <a:p>
            <a:r>
              <a:rPr lang="en-US" dirty="0"/>
              <a:t>One of the goals of effective communication is to motivate your audience</a:t>
            </a:r>
          </a:p>
        </p:txBody>
      </p:sp>
      <p:graphicFrame>
        <p:nvGraphicFramePr>
          <p:cNvPr id="5" name="Table Placeholder 2">
            <a:extLst>
              <a:ext uri="{FF2B5EF4-FFF2-40B4-BE49-F238E27FC236}">
                <a16:creationId xmlns:a16="http://schemas.microsoft.com/office/drawing/2014/main" id="{67588EB3-ED1D-6AD3-5960-55BD64293774}"/>
              </a:ext>
            </a:extLst>
          </p:cNvPr>
          <p:cNvGraphicFramePr>
            <a:graphicFrameLocks noGrp="1"/>
          </p:cNvGraphicFramePr>
          <p:nvPr>
            <p:ph type="tbl" sz="quarter" idx="37"/>
            <p:extLst>
              <p:ext uri="{D42A27DB-BD31-4B8C-83A1-F6EECF244321}">
                <p14:modId xmlns:p14="http://schemas.microsoft.com/office/powerpoint/2010/main" val="1366282485"/>
              </p:ext>
            </p:extLst>
          </p:nvPr>
        </p:nvGraphicFramePr>
        <p:xfrm>
          <a:off x="5067300" y="404813"/>
          <a:ext cx="6705602" cy="6049480"/>
        </p:xfrm>
        <a:graphic>
          <a:graphicData uri="http://schemas.openxmlformats.org/drawingml/2006/table">
            <a:tbl>
              <a:tblPr firstRow="1" bandRow="1">
                <a:tableStyleId>{10A1B5D5-9B99-4C35-A422-299274C87663}</a:tableStyleId>
              </a:tblPr>
              <a:tblGrid>
                <a:gridCol w="1676400">
                  <a:extLst>
                    <a:ext uri="{9D8B030D-6E8A-4147-A177-3AD203B41FA5}">
                      <a16:colId xmlns:a16="http://schemas.microsoft.com/office/drawing/2014/main" val="127040821"/>
                    </a:ext>
                  </a:extLst>
                </a:gridCol>
                <a:gridCol w="1932147">
                  <a:extLst>
                    <a:ext uri="{9D8B030D-6E8A-4147-A177-3AD203B41FA5}">
                      <a16:colId xmlns:a16="http://schemas.microsoft.com/office/drawing/2014/main" val="149845700"/>
                    </a:ext>
                  </a:extLst>
                </a:gridCol>
                <a:gridCol w="1420655">
                  <a:extLst>
                    <a:ext uri="{9D8B030D-6E8A-4147-A177-3AD203B41FA5}">
                      <a16:colId xmlns:a16="http://schemas.microsoft.com/office/drawing/2014/main" val="3119692462"/>
                    </a:ext>
                  </a:extLst>
                </a:gridCol>
                <a:gridCol w="1676400">
                  <a:extLst>
                    <a:ext uri="{9D8B030D-6E8A-4147-A177-3AD203B41FA5}">
                      <a16:colId xmlns:a16="http://schemas.microsoft.com/office/drawing/2014/main" val="3472639139"/>
                    </a:ext>
                  </a:extLst>
                </a:gridCol>
              </a:tblGrid>
              <a:tr h="924240">
                <a:tc>
                  <a:txBody>
                    <a:bodyPr/>
                    <a:lstStyle>
                      <a:lvl1pPr marL="0" algn="l" defTabSz="914400" rtl="0" eaLnBrk="1" latinLnBrk="0" hangingPunct="1">
                        <a:defRPr sz="1800" b="1" kern="1200">
                          <a:solidFill>
                            <a:schemeClr val="lt1"/>
                          </a:solidFill>
                          <a:latin typeface="Tenorite "/>
                        </a:defRPr>
                      </a:lvl1pPr>
                      <a:lvl2pPr marL="457200" algn="l" defTabSz="914400" rtl="0" eaLnBrk="1" latinLnBrk="0" hangingPunct="1">
                        <a:defRPr sz="1800" b="1" kern="1200">
                          <a:solidFill>
                            <a:schemeClr val="lt1"/>
                          </a:solidFill>
                          <a:latin typeface="Tenorite "/>
                        </a:defRPr>
                      </a:lvl2pPr>
                      <a:lvl3pPr marL="914400" algn="l" defTabSz="914400" rtl="0" eaLnBrk="1" latinLnBrk="0" hangingPunct="1">
                        <a:defRPr sz="1800" b="1" kern="1200">
                          <a:solidFill>
                            <a:schemeClr val="lt1"/>
                          </a:solidFill>
                          <a:latin typeface="Tenorite "/>
                        </a:defRPr>
                      </a:lvl3pPr>
                      <a:lvl4pPr marL="1371600" algn="l" defTabSz="914400" rtl="0" eaLnBrk="1" latinLnBrk="0" hangingPunct="1">
                        <a:defRPr sz="1800" b="1" kern="1200">
                          <a:solidFill>
                            <a:schemeClr val="lt1"/>
                          </a:solidFill>
                          <a:latin typeface="Tenorite "/>
                        </a:defRPr>
                      </a:lvl4pPr>
                      <a:lvl5pPr marL="1828800" algn="l" defTabSz="914400" rtl="0" eaLnBrk="1" latinLnBrk="0" hangingPunct="1">
                        <a:defRPr sz="1800" b="1" kern="1200">
                          <a:solidFill>
                            <a:schemeClr val="lt1"/>
                          </a:solidFill>
                          <a:latin typeface="Tenorite "/>
                        </a:defRPr>
                      </a:lvl5pPr>
                      <a:lvl6pPr marL="2286000" algn="l" defTabSz="914400" rtl="0" eaLnBrk="1" latinLnBrk="0" hangingPunct="1">
                        <a:defRPr sz="1800" b="1" kern="1200">
                          <a:solidFill>
                            <a:schemeClr val="lt1"/>
                          </a:solidFill>
                          <a:latin typeface="Tenorite "/>
                        </a:defRPr>
                      </a:lvl6pPr>
                      <a:lvl7pPr marL="2743200" algn="l" defTabSz="914400" rtl="0" eaLnBrk="1" latinLnBrk="0" hangingPunct="1">
                        <a:defRPr sz="1800" b="1" kern="1200">
                          <a:solidFill>
                            <a:schemeClr val="lt1"/>
                          </a:solidFill>
                          <a:latin typeface="Tenorite "/>
                        </a:defRPr>
                      </a:lvl7pPr>
                      <a:lvl8pPr marL="3200400" algn="l" defTabSz="914400" rtl="0" eaLnBrk="1" latinLnBrk="0" hangingPunct="1">
                        <a:defRPr sz="1800" b="1" kern="1200">
                          <a:solidFill>
                            <a:schemeClr val="lt1"/>
                          </a:solidFill>
                          <a:latin typeface="Tenorite "/>
                        </a:defRPr>
                      </a:lvl8pPr>
                      <a:lvl9pPr marL="3657600" algn="l" defTabSz="914400" rtl="0" eaLnBrk="1" latinLnBrk="0" hangingPunct="1">
                        <a:defRPr sz="1800" b="1" kern="1200">
                          <a:solidFill>
                            <a:schemeClr val="lt1"/>
                          </a:solidFill>
                          <a:latin typeface="Tenorite "/>
                        </a:defRPr>
                      </a:lvl9pPr>
                    </a:lstStyle>
                    <a:p>
                      <a:pPr algn="ctr"/>
                      <a:r>
                        <a:rPr lang="en-US" dirty="0">
                          <a:latin typeface="+mn-lt"/>
                        </a:rPr>
                        <a:t>METRIC</a:t>
                      </a:r>
                      <a:endParaRPr lang="en-US" b="0" dirty="0">
                        <a:latin typeface="+mn-lt"/>
                      </a:endParaRPr>
                    </a:p>
                  </a:txBody>
                  <a:tcPr anchor="ctr"/>
                </a:tc>
                <a:tc>
                  <a:txBody>
                    <a:bodyPr/>
                    <a:lstStyle>
                      <a:lvl1pPr marL="0" algn="l" defTabSz="914400" rtl="0" eaLnBrk="1" latinLnBrk="0" hangingPunct="1">
                        <a:defRPr sz="1800" b="1" kern="1200">
                          <a:solidFill>
                            <a:schemeClr val="lt1"/>
                          </a:solidFill>
                          <a:latin typeface="Tenorite "/>
                        </a:defRPr>
                      </a:lvl1pPr>
                      <a:lvl2pPr marL="457200" algn="l" defTabSz="914400" rtl="0" eaLnBrk="1" latinLnBrk="0" hangingPunct="1">
                        <a:defRPr sz="1800" b="1" kern="1200">
                          <a:solidFill>
                            <a:schemeClr val="lt1"/>
                          </a:solidFill>
                          <a:latin typeface="Tenorite "/>
                        </a:defRPr>
                      </a:lvl2pPr>
                      <a:lvl3pPr marL="914400" algn="l" defTabSz="914400" rtl="0" eaLnBrk="1" latinLnBrk="0" hangingPunct="1">
                        <a:defRPr sz="1800" b="1" kern="1200">
                          <a:solidFill>
                            <a:schemeClr val="lt1"/>
                          </a:solidFill>
                          <a:latin typeface="Tenorite "/>
                        </a:defRPr>
                      </a:lvl3pPr>
                      <a:lvl4pPr marL="1371600" algn="l" defTabSz="914400" rtl="0" eaLnBrk="1" latinLnBrk="0" hangingPunct="1">
                        <a:defRPr sz="1800" b="1" kern="1200">
                          <a:solidFill>
                            <a:schemeClr val="lt1"/>
                          </a:solidFill>
                          <a:latin typeface="Tenorite "/>
                        </a:defRPr>
                      </a:lvl4pPr>
                      <a:lvl5pPr marL="1828800" algn="l" defTabSz="914400" rtl="0" eaLnBrk="1" latinLnBrk="0" hangingPunct="1">
                        <a:defRPr sz="1800" b="1" kern="1200">
                          <a:solidFill>
                            <a:schemeClr val="lt1"/>
                          </a:solidFill>
                          <a:latin typeface="Tenorite "/>
                        </a:defRPr>
                      </a:lvl5pPr>
                      <a:lvl6pPr marL="2286000" algn="l" defTabSz="914400" rtl="0" eaLnBrk="1" latinLnBrk="0" hangingPunct="1">
                        <a:defRPr sz="1800" b="1" kern="1200">
                          <a:solidFill>
                            <a:schemeClr val="lt1"/>
                          </a:solidFill>
                          <a:latin typeface="Tenorite "/>
                        </a:defRPr>
                      </a:lvl6pPr>
                      <a:lvl7pPr marL="2743200" algn="l" defTabSz="914400" rtl="0" eaLnBrk="1" latinLnBrk="0" hangingPunct="1">
                        <a:defRPr sz="1800" b="1" kern="1200">
                          <a:solidFill>
                            <a:schemeClr val="lt1"/>
                          </a:solidFill>
                          <a:latin typeface="Tenorite "/>
                        </a:defRPr>
                      </a:lvl7pPr>
                      <a:lvl8pPr marL="3200400" algn="l" defTabSz="914400" rtl="0" eaLnBrk="1" latinLnBrk="0" hangingPunct="1">
                        <a:defRPr sz="1800" b="1" kern="1200">
                          <a:solidFill>
                            <a:schemeClr val="lt1"/>
                          </a:solidFill>
                          <a:latin typeface="Tenorite "/>
                        </a:defRPr>
                      </a:lvl8pPr>
                      <a:lvl9pPr marL="3657600" algn="l" defTabSz="914400" rtl="0" eaLnBrk="1" latinLnBrk="0" hangingPunct="1">
                        <a:defRPr sz="1800" b="1" kern="1200">
                          <a:solidFill>
                            <a:schemeClr val="lt1"/>
                          </a:solidFill>
                          <a:latin typeface="Tenorite "/>
                        </a:defRPr>
                      </a:lvl9pPr>
                    </a:lstStyle>
                    <a:p>
                      <a:pPr algn="ctr"/>
                      <a:r>
                        <a:rPr lang="en-US" dirty="0">
                          <a:latin typeface="+mn-lt"/>
                        </a:rPr>
                        <a:t>MEASUREMENT</a:t>
                      </a:r>
                      <a:endParaRPr lang="en-US" b="0" dirty="0">
                        <a:latin typeface="+mn-lt"/>
                      </a:endParaRPr>
                    </a:p>
                  </a:txBody>
                  <a:tcPr anchor="ctr"/>
                </a:tc>
                <a:tc>
                  <a:txBody>
                    <a:bodyPr/>
                    <a:lstStyle>
                      <a:lvl1pPr marL="0" algn="l" defTabSz="914400" rtl="0" eaLnBrk="1" latinLnBrk="0" hangingPunct="1">
                        <a:defRPr sz="1800" b="1" kern="1200">
                          <a:solidFill>
                            <a:schemeClr val="lt1"/>
                          </a:solidFill>
                          <a:latin typeface="Tenorite "/>
                        </a:defRPr>
                      </a:lvl1pPr>
                      <a:lvl2pPr marL="457200" algn="l" defTabSz="914400" rtl="0" eaLnBrk="1" latinLnBrk="0" hangingPunct="1">
                        <a:defRPr sz="1800" b="1" kern="1200">
                          <a:solidFill>
                            <a:schemeClr val="lt1"/>
                          </a:solidFill>
                          <a:latin typeface="Tenorite "/>
                        </a:defRPr>
                      </a:lvl2pPr>
                      <a:lvl3pPr marL="914400" algn="l" defTabSz="914400" rtl="0" eaLnBrk="1" latinLnBrk="0" hangingPunct="1">
                        <a:defRPr sz="1800" b="1" kern="1200">
                          <a:solidFill>
                            <a:schemeClr val="lt1"/>
                          </a:solidFill>
                          <a:latin typeface="Tenorite "/>
                        </a:defRPr>
                      </a:lvl3pPr>
                      <a:lvl4pPr marL="1371600" algn="l" defTabSz="914400" rtl="0" eaLnBrk="1" latinLnBrk="0" hangingPunct="1">
                        <a:defRPr sz="1800" b="1" kern="1200">
                          <a:solidFill>
                            <a:schemeClr val="lt1"/>
                          </a:solidFill>
                          <a:latin typeface="Tenorite "/>
                        </a:defRPr>
                      </a:lvl4pPr>
                      <a:lvl5pPr marL="1828800" algn="l" defTabSz="914400" rtl="0" eaLnBrk="1" latinLnBrk="0" hangingPunct="1">
                        <a:defRPr sz="1800" b="1" kern="1200">
                          <a:solidFill>
                            <a:schemeClr val="lt1"/>
                          </a:solidFill>
                          <a:latin typeface="Tenorite "/>
                        </a:defRPr>
                      </a:lvl5pPr>
                      <a:lvl6pPr marL="2286000" algn="l" defTabSz="914400" rtl="0" eaLnBrk="1" latinLnBrk="0" hangingPunct="1">
                        <a:defRPr sz="1800" b="1" kern="1200">
                          <a:solidFill>
                            <a:schemeClr val="lt1"/>
                          </a:solidFill>
                          <a:latin typeface="Tenorite "/>
                        </a:defRPr>
                      </a:lvl6pPr>
                      <a:lvl7pPr marL="2743200" algn="l" defTabSz="914400" rtl="0" eaLnBrk="1" latinLnBrk="0" hangingPunct="1">
                        <a:defRPr sz="1800" b="1" kern="1200">
                          <a:solidFill>
                            <a:schemeClr val="lt1"/>
                          </a:solidFill>
                          <a:latin typeface="Tenorite "/>
                        </a:defRPr>
                      </a:lvl7pPr>
                      <a:lvl8pPr marL="3200400" algn="l" defTabSz="914400" rtl="0" eaLnBrk="1" latinLnBrk="0" hangingPunct="1">
                        <a:defRPr sz="1800" b="1" kern="1200">
                          <a:solidFill>
                            <a:schemeClr val="lt1"/>
                          </a:solidFill>
                          <a:latin typeface="Tenorite "/>
                        </a:defRPr>
                      </a:lvl8pPr>
                      <a:lvl9pPr marL="3657600" algn="l" defTabSz="914400" rtl="0" eaLnBrk="1" latinLnBrk="0" hangingPunct="1">
                        <a:defRPr sz="1800" b="1" kern="1200">
                          <a:solidFill>
                            <a:schemeClr val="lt1"/>
                          </a:solidFill>
                          <a:latin typeface="Tenorite "/>
                        </a:defRPr>
                      </a:lvl9pPr>
                    </a:lstStyle>
                    <a:p>
                      <a:pPr algn="ctr"/>
                      <a:r>
                        <a:rPr lang="en-US" dirty="0">
                          <a:latin typeface="+mn-lt"/>
                        </a:rPr>
                        <a:t>TARGET</a:t>
                      </a:r>
                      <a:endParaRPr lang="en-US" b="0" dirty="0">
                        <a:latin typeface="+mn-lt"/>
                      </a:endParaRPr>
                    </a:p>
                  </a:txBody>
                  <a:tcPr anchor="ctr"/>
                </a:tc>
                <a:tc>
                  <a:txBody>
                    <a:bodyPr/>
                    <a:lstStyle>
                      <a:lvl1pPr marL="0" algn="l" defTabSz="914400" rtl="0" eaLnBrk="1" latinLnBrk="0" hangingPunct="1">
                        <a:defRPr sz="1800" b="1" kern="1200">
                          <a:solidFill>
                            <a:schemeClr val="lt1"/>
                          </a:solidFill>
                          <a:latin typeface="Tenorite "/>
                        </a:defRPr>
                      </a:lvl1pPr>
                      <a:lvl2pPr marL="457200" algn="l" defTabSz="914400" rtl="0" eaLnBrk="1" latinLnBrk="0" hangingPunct="1">
                        <a:defRPr sz="1800" b="1" kern="1200">
                          <a:solidFill>
                            <a:schemeClr val="lt1"/>
                          </a:solidFill>
                          <a:latin typeface="Tenorite "/>
                        </a:defRPr>
                      </a:lvl2pPr>
                      <a:lvl3pPr marL="914400" algn="l" defTabSz="914400" rtl="0" eaLnBrk="1" latinLnBrk="0" hangingPunct="1">
                        <a:defRPr sz="1800" b="1" kern="1200">
                          <a:solidFill>
                            <a:schemeClr val="lt1"/>
                          </a:solidFill>
                          <a:latin typeface="Tenorite "/>
                        </a:defRPr>
                      </a:lvl3pPr>
                      <a:lvl4pPr marL="1371600" algn="l" defTabSz="914400" rtl="0" eaLnBrk="1" latinLnBrk="0" hangingPunct="1">
                        <a:defRPr sz="1800" b="1" kern="1200">
                          <a:solidFill>
                            <a:schemeClr val="lt1"/>
                          </a:solidFill>
                          <a:latin typeface="Tenorite "/>
                        </a:defRPr>
                      </a:lvl4pPr>
                      <a:lvl5pPr marL="1828800" algn="l" defTabSz="914400" rtl="0" eaLnBrk="1" latinLnBrk="0" hangingPunct="1">
                        <a:defRPr sz="1800" b="1" kern="1200">
                          <a:solidFill>
                            <a:schemeClr val="lt1"/>
                          </a:solidFill>
                          <a:latin typeface="Tenorite "/>
                        </a:defRPr>
                      </a:lvl5pPr>
                      <a:lvl6pPr marL="2286000" algn="l" defTabSz="914400" rtl="0" eaLnBrk="1" latinLnBrk="0" hangingPunct="1">
                        <a:defRPr sz="1800" b="1" kern="1200">
                          <a:solidFill>
                            <a:schemeClr val="lt1"/>
                          </a:solidFill>
                          <a:latin typeface="Tenorite "/>
                        </a:defRPr>
                      </a:lvl6pPr>
                      <a:lvl7pPr marL="2743200" algn="l" defTabSz="914400" rtl="0" eaLnBrk="1" latinLnBrk="0" hangingPunct="1">
                        <a:defRPr sz="1800" b="1" kern="1200">
                          <a:solidFill>
                            <a:schemeClr val="lt1"/>
                          </a:solidFill>
                          <a:latin typeface="Tenorite "/>
                        </a:defRPr>
                      </a:lvl7pPr>
                      <a:lvl8pPr marL="3200400" algn="l" defTabSz="914400" rtl="0" eaLnBrk="1" latinLnBrk="0" hangingPunct="1">
                        <a:defRPr sz="1800" b="1" kern="1200">
                          <a:solidFill>
                            <a:schemeClr val="lt1"/>
                          </a:solidFill>
                          <a:latin typeface="Tenorite "/>
                        </a:defRPr>
                      </a:lvl8pPr>
                      <a:lvl9pPr marL="3657600" algn="l" defTabSz="914400" rtl="0" eaLnBrk="1" latinLnBrk="0" hangingPunct="1">
                        <a:defRPr sz="1800" b="1" kern="1200">
                          <a:solidFill>
                            <a:schemeClr val="lt1"/>
                          </a:solidFill>
                          <a:latin typeface="Tenorite "/>
                        </a:defRPr>
                      </a:lvl9pPr>
                    </a:lstStyle>
                    <a:p>
                      <a:pPr algn="ctr"/>
                      <a:r>
                        <a:rPr lang="en-US" dirty="0">
                          <a:latin typeface="+mn-lt"/>
                        </a:rPr>
                        <a:t>ACTUAL</a:t>
                      </a:r>
                      <a:endParaRPr lang="en-US" b="0" dirty="0">
                        <a:latin typeface="+mn-lt"/>
                      </a:endParaRPr>
                    </a:p>
                  </a:txBody>
                  <a:tcPr anchor="ctr"/>
                </a:tc>
                <a:extLst>
                  <a:ext uri="{0D108BD9-81ED-4DB2-BD59-A6C34878D82A}">
                    <a16:rowId xmlns:a16="http://schemas.microsoft.com/office/drawing/2014/main" val="3298013591"/>
                  </a:ext>
                </a:extLst>
              </a:tr>
              <a:tr h="1015099">
                <a:tc>
                  <a:txBody>
                    <a:bodyPr/>
                    <a:lstStyle>
                      <a:lvl1pPr marL="0" algn="l" defTabSz="914400" rtl="0" eaLnBrk="1" latinLnBrk="0" hangingPunct="1">
                        <a:defRPr sz="1800" kern="1200">
                          <a:solidFill>
                            <a:schemeClr val="dk1"/>
                          </a:solidFill>
                          <a:latin typeface="Tenorite "/>
                        </a:defRPr>
                      </a:lvl1pPr>
                      <a:lvl2pPr marL="457200" algn="l" defTabSz="914400" rtl="0" eaLnBrk="1" latinLnBrk="0" hangingPunct="1">
                        <a:defRPr sz="1800" kern="1200">
                          <a:solidFill>
                            <a:schemeClr val="dk1"/>
                          </a:solidFill>
                          <a:latin typeface="Tenorite "/>
                        </a:defRPr>
                      </a:lvl2pPr>
                      <a:lvl3pPr marL="914400" algn="l" defTabSz="914400" rtl="0" eaLnBrk="1" latinLnBrk="0" hangingPunct="1">
                        <a:defRPr sz="1800" kern="1200">
                          <a:solidFill>
                            <a:schemeClr val="dk1"/>
                          </a:solidFill>
                          <a:latin typeface="Tenorite "/>
                        </a:defRPr>
                      </a:lvl3pPr>
                      <a:lvl4pPr marL="1371600" algn="l" defTabSz="914400" rtl="0" eaLnBrk="1" latinLnBrk="0" hangingPunct="1">
                        <a:defRPr sz="1800" kern="1200">
                          <a:solidFill>
                            <a:schemeClr val="dk1"/>
                          </a:solidFill>
                          <a:latin typeface="Tenorite "/>
                        </a:defRPr>
                      </a:lvl4pPr>
                      <a:lvl5pPr marL="1828800" algn="l" defTabSz="914400" rtl="0" eaLnBrk="1" latinLnBrk="0" hangingPunct="1">
                        <a:defRPr sz="1800" kern="1200">
                          <a:solidFill>
                            <a:schemeClr val="dk1"/>
                          </a:solidFill>
                          <a:latin typeface="Tenorite "/>
                        </a:defRPr>
                      </a:lvl5pPr>
                      <a:lvl6pPr marL="2286000" algn="l" defTabSz="914400" rtl="0" eaLnBrk="1" latinLnBrk="0" hangingPunct="1">
                        <a:defRPr sz="1800" kern="1200">
                          <a:solidFill>
                            <a:schemeClr val="dk1"/>
                          </a:solidFill>
                          <a:latin typeface="Tenorite "/>
                        </a:defRPr>
                      </a:lvl6pPr>
                      <a:lvl7pPr marL="2743200" algn="l" defTabSz="914400" rtl="0" eaLnBrk="1" latinLnBrk="0" hangingPunct="1">
                        <a:defRPr sz="1800" kern="1200">
                          <a:solidFill>
                            <a:schemeClr val="dk1"/>
                          </a:solidFill>
                          <a:latin typeface="Tenorite "/>
                        </a:defRPr>
                      </a:lvl7pPr>
                      <a:lvl8pPr marL="3200400" algn="l" defTabSz="914400" rtl="0" eaLnBrk="1" latinLnBrk="0" hangingPunct="1">
                        <a:defRPr sz="1800" kern="1200">
                          <a:solidFill>
                            <a:schemeClr val="dk1"/>
                          </a:solidFill>
                          <a:latin typeface="Tenorite "/>
                        </a:defRPr>
                      </a:lvl8pPr>
                      <a:lvl9pPr marL="3657600" algn="l" defTabSz="914400" rtl="0" eaLnBrk="1" latinLnBrk="0" hangingPunct="1">
                        <a:defRPr sz="1800" kern="1200">
                          <a:solidFill>
                            <a:schemeClr val="dk1"/>
                          </a:solidFill>
                          <a:latin typeface="Tenorite "/>
                        </a:defRPr>
                      </a:lvl9pPr>
                    </a:lstStyle>
                    <a:p>
                      <a:pPr algn="ctr"/>
                      <a:r>
                        <a:rPr lang="en-US" dirty="0">
                          <a:latin typeface="+mn-lt"/>
                        </a:rPr>
                        <a:t>Audience attendance</a:t>
                      </a:r>
                    </a:p>
                  </a:txBody>
                  <a:tcPr anchor="ctr"/>
                </a:tc>
                <a:tc>
                  <a:txBody>
                    <a:bodyPr/>
                    <a:lstStyle>
                      <a:lvl1pPr marL="0" algn="l" defTabSz="914400" rtl="0" eaLnBrk="1" latinLnBrk="0" hangingPunct="1">
                        <a:defRPr sz="1800" kern="1200">
                          <a:solidFill>
                            <a:schemeClr val="dk1"/>
                          </a:solidFill>
                          <a:latin typeface="Tenorite "/>
                        </a:defRPr>
                      </a:lvl1pPr>
                      <a:lvl2pPr marL="457200" algn="l" defTabSz="914400" rtl="0" eaLnBrk="1" latinLnBrk="0" hangingPunct="1">
                        <a:defRPr sz="1800" kern="1200">
                          <a:solidFill>
                            <a:schemeClr val="dk1"/>
                          </a:solidFill>
                          <a:latin typeface="Tenorite "/>
                        </a:defRPr>
                      </a:lvl2pPr>
                      <a:lvl3pPr marL="914400" algn="l" defTabSz="914400" rtl="0" eaLnBrk="1" latinLnBrk="0" hangingPunct="1">
                        <a:defRPr sz="1800" kern="1200">
                          <a:solidFill>
                            <a:schemeClr val="dk1"/>
                          </a:solidFill>
                          <a:latin typeface="Tenorite "/>
                        </a:defRPr>
                      </a:lvl3pPr>
                      <a:lvl4pPr marL="1371600" algn="l" defTabSz="914400" rtl="0" eaLnBrk="1" latinLnBrk="0" hangingPunct="1">
                        <a:defRPr sz="1800" kern="1200">
                          <a:solidFill>
                            <a:schemeClr val="dk1"/>
                          </a:solidFill>
                          <a:latin typeface="Tenorite "/>
                        </a:defRPr>
                      </a:lvl4pPr>
                      <a:lvl5pPr marL="1828800" algn="l" defTabSz="914400" rtl="0" eaLnBrk="1" latinLnBrk="0" hangingPunct="1">
                        <a:defRPr sz="1800" kern="1200">
                          <a:solidFill>
                            <a:schemeClr val="dk1"/>
                          </a:solidFill>
                          <a:latin typeface="Tenorite "/>
                        </a:defRPr>
                      </a:lvl5pPr>
                      <a:lvl6pPr marL="2286000" algn="l" defTabSz="914400" rtl="0" eaLnBrk="1" latinLnBrk="0" hangingPunct="1">
                        <a:defRPr sz="1800" kern="1200">
                          <a:solidFill>
                            <a:schemeClr val="dk1"/>
                          </a:solidFill>
                          <a:latin typeface="Tenorite "/>
                        </a:defRPr>
                      </a:lvl6pPr>
                      <a:lvl7pPr marL="2743200" algn="l" defTabSz="914400" rtl="0" eaLnBrk="1" latinLnBrk="0" hangingPunct="1">
                        <a:defRPr sz="1800" kern="1200">
                          <a:solidFill>
                            <a:schemeClr val="dk1"/>
                          </a:solidFill>
                          <a:latin typeface="Tenorite "/>
                        </a:defRPr>
                      </a:lvl7pPr>
                      <a:lvl8pPr marL="3200400" algn="l" defTabSz="914400" rtl="0" eaLnBrk="1" latinLnBrk="0" hangingPunct="1">
                        <a:defRPr sz="1800" kern="1200">
                          <a:solidFill>
                            <a:schemeClr val="dk1"/>
                          </a:solidFill>
                          <a:latin typeface="Tenorite "/>
                        </a:defRPr>
                      </a:lvl8pPr>
                      <a:lvl9pPr marL="3657600" algn="l" defTabSz="914400" rtl="0" eaLnBrk="1" latinLnBrk="0" hangingPunct="1">
                        <a:defRPr sz="1800" kern="1200">
                          <a:solidFill>
                            <a:schemeClr val="dk1"/>
                          </a:solidFill>
                          <a:latin typeface="Tenorite "/>
                        </a:defRPr>
                      </a:lvl9pPr>
                    </a:lstStyle>
                    <a:p>
                      <a:pPr algn="ctr"/>
                      <a:r>
                        <a:rPr lang="en-US" dirty="0">
                          <a:latin typeface="+mn-lt"/>
                        </a:rPr>
                        <a:t># of attendees</a:t>
                      </a:r>
                    </a:p>
                  </a:txBody>
                  <a:tcPr anchor="ctr"/>
                </a:tc>
                <a:tc>
                  <a:txBody>
                    <a:bodyPr/>
                    <a:lstStyle>
                      <a:lvl1pPr marL="0" algn="l" defTabSz="914400" rtl="0" eaLnBrk="1" latinLnBrk="0" hangingPunct="1">
                        <a:defRPr sz="1800" kern="1200">
                          <a:solidFill>
                            <a:schemeClr val="dk1"/>
                          </a:solidFill>
                          <a:latin typeface="Tenorite "/>
                        </a:defRPr>
                      </a:lvl1pPr>
                      <a:lvl2pPr marL="457200" algn="l" defTabSz="914400" rtl="0" eaLnBrk="1" latinLnBrk="0" hangingPunct="1">
                        <a:defRPr sz="1800" kern="1200">
                          <a:solidFill>
                            <a:schemeClr val="dk1"/>
                          </a:solidFill>
                          <a:latin typeface="Tenorite "/>
                        </a:defRPr>
                      </a:lvl2pPr>
                      <a:lvl3pPr marL="914400" algn="l" defTabSz="914400" rtl="0" eaLnBrk="1" latinLnBrk="0" hangingPunct="1">
                        <a:defRPr sz="1800" kern="1200">
                          <a:solidFill>
                            <a:schemeClr val="dk1"/>
                          </a:solidFill>
                          <a:latin typeface="Tenorite "/>
                        </a:defRPr>
                      </a:lvl3pPr>
                      <a:lvl4pPr marL="1371600" algn="l" defTabSz="914400" rtl="0" eaLnBrk="1" latinLnBrk="0" hangingPunct="1">
                        <a:defRPr sz="1800" kern="1200">
                          <a:solidFill>
                            <a:schemeClr val="dk1"/>
                          </a:solidFill>
                          <a:latin typeface="Tenorite "/>
                        </a:defRPr>
                      </a:lvl4pPr>
                      <a:lvl5pPr marL="1828800" algn="l" defTabSz="914400" rtl="0" eaLnBrk="1" latinLnBrk="0" hangingPunct="1">
                        <a:defRPr sz="1800" kern="1200">
                          <a:solidFill>
                            <a:schemeClr val="dk1"/>
                          </a:solidFill>
                          <a:latin typeface="Tenorite "/>
                        </a:defRPr>
                      </a:lvl5pPr>
                      <a:lvl6pPr marL="2286000" algn="l" defTabSz="914400" rtl="0" eaLnBrk="1" latinLnBrk="0" hangingPunct="1">
                        <a:defRPr sz="1800" kern="1200">
                          <a:solidFill>
                            <a:schemeClr val="dk1"/>
                          </a:solidFill>
                          <a:latin typeface="Tenorite "/>
                        </a:defRPr>
                      </a:lvl6pPr>
                      <a:lvl7pPr marL="2743200" algn="l" defTabSz="914400" rtl="0" eaLnBrk="1" latinLnBrk="0" hangingPunct="1">
                        <a:defRPr sz="1800" kern="1200">
                          <a:solidFill>
                            <a:schemeClr val="dk1"/>
                          </a:solidFill>
                          <a:latin typeface="Tenorite "/>
                        </a:defRPr>
                      </a:lvl7pPr>
                      <a:lvl8pPr marL="3200400" algn="l" defTabSz="914400" rtl="0" eaLnBrk="1" latinLnBrk="0" hangingPunct="1">
                        <a:defRPr sz="1800" kern="1200">
                          <a:solidFill>
                            <a:schemeClr val="dk1"/>
                          </a:solidFill>
                          <a:latin typeface="Tenorite "/>
                        </a:defRPr>
                      </a:lvl8pPr>
                      <a:lvl9pPr marL="3657600" algn="l" defTabSz="914400" rtl="0" eaLnBrk="1" latinLnBrk="0" hangingPunct="1">
                        <a:defRPr sz="1800" kern="1200">
                          <a:solidFill>
                            <a:schemeClr val="dk1"/>
                          </a:solidFill>
                          <a:latin typeface="Tenorite "/>
                        </a:defRPr>
                      </a:lvl9pPr>
                    </a:lstStyle>
                    <a:p>
                      <a:pPr algn="ctr"/>
                      <a:r>
                        <a:rPr lang="en-US" dirty="0">
                          <a:latin typeface="+mn-lt"/>
                        </a:rPr>
                        <a:t>150</a:t>
                      </a:r>
                    </a:p>
                  </a:txBody>
                  <a:tcPr anchor="ctr"/>
                </a:tc>
                <a:tc>
                  <a:txBody>
                    <a:bodyPr/>
                    <a:lstStyle>
                      <a:lvl1pPr marL="0" algn="l" defTabSz="914400" rtl="0" eaLnBrk="1" latinLnBrk="0" hangingPunct="1">
                        <a:defRPr sz="1800" kern="1200">
                          <a:solidFill>
                            <a:schemeClr val="dk1"/>
                          </a:solidFill>
                          <a:latin typeface="Tenorite "/>
                        </a:defRPr>
                      </a:lvl1pPr>
                      <a:lvl2pPr marL="457200" algn="l" defTabSz="914400" rtl="0" eaLnBrk="1" latinLnBrk="0" hangingPunct="1">
                        <a:defRPr sz="1800" kern="1200">
                          <a:solidFill>
                            <a:schemeClr val="dk1"/>
                          </a:solidFill>
                          <a:latin typeface="Tenorite "/>
                        </a:defRPr>
                      </a:lvl2pPr>
                      <a:lvl3pPr marL="914400" algn="l" defTabSz="914400" rtl="0" eaLnBrk="1" latinLnBrk="0" hangingPunct="1">
                        <a:defRPr sz="1800" kern="1200">
                          <a:solidFill>
                            <a:schemeClr val="dk1"/>
                          </a:solidFill>
                          <a:latin typeface="Tenorite "/>
                        </a:defRPr>
                      </a:lvl3pPr>
                      <a:lvl4pPr marL="1371600" algn="l" defTabSz="914400" rtl="0" eaLnBrk="1" latinLnBrk="0" hangingPunct="1">
                        <a:defRPr sz="1800" kern="1200">
                          <a:solidFill>
                            <a:schemeClr val="dk1"/>
                          </a:solidFill>
                          <a:latin typeface="Tenorite "/>
                        </a:defRPr>
                      </a:lvl4pPr>
                      <a:lvl5pPr marL="1828800" algn="l" defTabSz="914400" rtl="0" eaLnBrk="1" latinLnBrk="0" hangingPunct="1">
                        <a:defRPr sz="1800" kern="1200">
                          <a:solidFill>
                            <a:schemeClr val="dk1"/>
                          </a:solidFill>
                          <a:latin typeface="Tenorite "/>
                        </a:defRPr>
                      </a:lvl5pPr>
                      <a:lvl6pPr marL="2286000" algn="l" defTabSz="914400" rtl="0" eaLnBrk="1" latinLnBrk="0" hangingPunct="1">
                        <a:defRPr sz="1800" kern="1200">
                          <a:solidFill>
                            <a:schemeClr val="dk1"/>
                          </a:solidFill>
                          <a:latin typeface="Tenorite "/>
                        </a:defRPr>
                      </a:lvl6pPr>
                      <a:lvl7pPr marL="2743200" algn="l" defTabSz="914400" rtl="0" eaLnBrk="1" latinLnBrk="0" hangingPunct="1">
                        <a:defRPr sz="1800" kern="1200">
                          <a:solidFill>
                            <a:schemeClr val="dk1"/>
                          </a:solidFill>
                          <a:latin typeface="Tenorite "/>
                        </a:defRPr>
                      </a:lvl7pPr>
                      <a:lvl8pPr marL="3200400" algn="l" defTabSz="914400" rtl="0" eaLnBrk="1" latinLnBrk="0" hangingPunct="1">
                        <a:defRPr sz="1800" kern="1200">
                          <a:solidFill>
                            <a:schemeClr val="dk1"/>
                          </a:solidFill>
                          <a:latin typeface="Tenorite "/>
                        </a:defRPr>
                      </a:lvl8pPr>
                      <a:lvl9pPr marL="3657600" algn="l" defTabSz="914400" rtl="0" eaLnBrk="1" latinLnBrk="0" hangingPunct="1">
                        <a:defRPr sz="1800" kern="1200">
                          <a:solidFill>
                            <a:schemeClr val="dk1"/>
                          </a:solidFill>
                          <a:latin typeface="Tenorite "/>
                        </a:defRPr>
                      </a:lvl9pPr>
                    </a:lstStyle>
                    <a:p>
                      <a:pPr algn="ctr"/>
                      <a:r>
                        <a:rPr lang="en-US" dirty="0">
                          <a:latin typeface="+mn-lt"/>
                        </a:rPr>
                        <a:t>120</a:t>
                      </a:r>
                    </a:p>
                  </a:txBody>
                  <a:tcPr anchor="ctr"/>
                </a:tc>
                <a:extLst>
                  <a:ext uri="{0D108BD9-81ED-4DB2-BD59-A6C34878D82A}">
                    <a16:rowId xmlns:a16="http://schemas.microsoft.com/office/drawing/2014/main" val="3873867931"/>
                  </a:ext>
                </a:extLst>
              </a:tr>
              <a:tr h="1015099">
                <a:tc>
                  <a:txBody>
                    <a:bodyPr/>
                    <a:lstStyle>
                      <a:lvl1pPr marL="0" algn="l" defTabSz="914400" rtl="0" eaLnBrk="1" latinLnBrk="0" hangingPunct="1">
                        <a:defRPr sz="1800" kern="1200">
                          <a:solidFill>
                            <a:schemeClr val="dk1"/>
                          </a:solidFill>
                          <a:latin typeface="Tenorite "/>
                        </a:defRPr>
                      </a:lvl1pPr>
                      <a:lvl2pPr marL="457200" algn="l" defTabSz="914400" rtl="0" eaLnBrk="1" latinLnBrk="0" hangingPunct="1">
                        <a:defRPr sz="1800" kern="1200">
                          <a:solidFill>
                            <a:schemeClr val="dk1"/>
                          </a:solidFill>
                          <a:latin typeface="Tenorite "/>
                        </a:defRPr>
                      </a:lvl2pPr>
                      <a:lvl3pPr marL="914400" algn="l" defTabSz="914400" rtl="0" eaLnBrk="1" latinLnBrk="0" hangingPunct="1">
                        <a:defRPr sz="1800" kern="1200">
                          <a:solidFill>
                            <a:schemeClr val="dk1"/>
                          </a:solidFill>
                          <a:latin typeface="Tenorite "/>
                        </a:defRPr>
                      </a:lvl3pPr>
                      <a:lvl4pPr marL="1371600" algn="l" defTabSz="914400" rtl="0" eaLnBrk="1" latinLnBrk="0" hangingPunct="1">
                        <a:defRPr sz="1800" kern="1200">
                          <a:solidFill>
                            <a:schemeClr val="dk1"/>
                          </a:solidFill>
                          <a:latin typeface="Tenorite "/>
                        </a:defRPr>
                      </a:lvl4pPr>
                      <a:lvl5pPr marL="1828800" algn="l" defTabSz="914400" rtl="0" eaLnBrk="1" latinLnBrk="0" hangingPunct="1">
                        <a:defRPr sz="1800" kern="1200">
                          <a:solidFill>
                            <a:schemeClr val="dk1"/>
                          </a:solidFill>
                          <a:latin typeface="Tenorite "/>
                        </a:defRPr>
                      </a:lvl5pPr>
                      <a:lvl6pPr marL="2286000" algn="l" defTabSz="914400" rtl="0" eaLnBrk="1" latinLnBrk="0" hangingPunct="1">
                        <a:defRPr sz="1800" kern="1200">
                          <a:solidFill>
                            <a:schemeClr val="dk1"/>
                          </a:solidFill>
                          <a:latin typeface="Tenorite "/>
                        </a:defRPr>
                      </a:lvl6pPr>
                      <a:lvl7pPr marL="2743200" algn="l" defTabSz="914400" rtl="0" eaLnBrk="1" latinLnBrk="0" hangingPunct="1">
                        <a:defRPr sz="1800" kern="1200">
                          <a:solidFill>
                            <a:schemeClr val="dk1"/>
                          </a:solidFill>
                          <a:latin typeface="Tenorite "/>
                        </a:defRPr>
                      </a:lvl7pPr>
                      <a:lvl8pPr marL="3200400" algn="l" defTabSz="914400" rtl="0" eaLnBrk="1" latinLnBrk="0" hangingPunct="1">
                        <a:defRPr sz="1800" kern="1200">
                          <a:solidFill>
                            <a:schemeClr val="dk1"/>
                          </a:solidFill>
                          <a:latin typeface="Tenorite "/>
                        </a:defRPr>
                      </a:lvl8pPr>
                      <a:lvl9pPr marL="3657600" algn="l" defTabSz="914400" rtl="0" eaLnBrk="1" latinLnBrk="0" hangingPunct="1">
                        <a:defRPr sz="1800" kern="1200">
                          <a:solidFill>
                            <a:schemeClr val="dk1"/>
                          </a:solidFill>
                          <a:latin typeface="Tenorite "/>
                        </a:defRPr>
                      </a:lvl9pPr>
                    </a:lstStyle>
                    <a:p>
                      <a:pPr algn="ctr"/>
                      <a:r>
                        <a:rPr lang="en-US" dirty="0">
                          <a:latin typeface="+mn-lt"/>
                        </a:rPr>
                        <a:t>Engagement duration</a:t>
                      </a:r>
                    </a:p>
                  </a:txBody>
                  <a:tcPr anchor="ctr"/>
                </a:tc>
                <a:tc>
                  <a:txBody>
                    <a:bodyPr/>
                    <a:lstStyle>
                      <a:lvl1pPr marL="0" algn="l" defTabSz="914400" rtl="0" eaLnBrk="1" latinLnBrk="0" hangingPunct="1">
                        <a:defRPr sz="1800" kern="1200">
                          <a:solidFill>
                            <a:schemeClr val="dk1"/>
                          </a:solidFill>
                          <a:latin typeface="Tenorite "/>
                        </a:defRPr>
                      </a:lvl1pPr>
                      <a:lvl2pPr marL="457200" algn="l" defTabSz="914400" rtl="0" eaLnBrk="1" latinLnBrk="0" hangingPunct="1">
                        <a:defRPr sz="1800" kern="1200">
                          <a:solidFill>
                            <a:schemeClr val="dk1"/>
                          </a:solidFill>
                          <a:latin typeface="Tenorite "/>
                        </a:defRPr>
                      </a:lvl2pPr>
                      <a:lvl3pPr marL="914400" algn="l" defTabSz="914400" rtl="0" eaLnBrk="1" latinLnBrk="0" hangingPunct="1">
                        <a:defRPr sz="1800" kern="1200">
                          <a:solidFill>
                            <a:schemeClr val="dk1"/>
                          </a:solidFill>
                          <a:latin typeface="Tenorite "/>
                        </a:defRPr>
                      </a:lvl3pPr>
                      <a:lvl4pPr marL="1371600" algn="l" defTabSz="914400" rtl="0" eaLnBrk="1" latinLnBrk="0" hangingPunct="1">
                        <a:defRPr sz="1800" kern="1200">
                          <a:solidFill>
                            <a:schemeClr val="dk1"/>
                          </a:solidFill>
                          <a:latin typeface="Tenorite "/>
                        </a:defRPr>
                      </a:lvl4pPr>
                      <a:lvl5pPr marL="1828800" algn="l" defTabSz="914400" rtl="0" eaLnBrk="1" latinLnBrk="0" hangingPunct="1">
                        <a:defRPr sz="1800" kern="1200">
                          <a:solidFill>
                            <a:schemeClr val="dk1"/>
                          </a:solidFill>
                          <a:latin typeface="Tenorite "/>
                        </a:defRPr>
                      </a:lvl5pPr>
                      <a:lvl6pPr marL="2286000" algn="l" defTabSz="914400" rtl="0" eaLnBrk="1" latinLnBrk="0" hangingPunct="1">
                        <a:defRPr sz="1800" kern="1200">
                          <a:solidFill>
                            <a:schemeClr val="dk1"/>
                          </a:solidFill>
                          <a:latin typeface="Tenorite "/>
                        </a:defRPr>
                      </a:lvl6pPr>
                      <a:lvl7pPr marL="2743200" algn="l" defTabSz="914400" rtl="0" eaLnBrk="1" latinLnBrk="0" hangingPunct="1">
                        <a:defRPr sz="1800" kern="1200">
                          <a:solidFill>
                            <a:schemeClr val="dk1"/>
                          </a:solidFill>
                          <a:latin typeface="Tenorite "/>
                        </a:defRPr>
                      </a:lvl7pPr>
                      <a:lvl8pPr marL="3200400" algn="l" defTabSz="914400" rtl="0" eaLnBrk="1" latinLnBrk="0" hangingPunct="1">
                        <a:defRPr sz="1800" kern="1200">
                          <a:solidFill>
                            <a:schemeClr val="dk1"/>
                          </a:solidFill>
                          <a:latin typeface="Tenorite "/>
                        </a:defRPr>
                      </a:lvl8pPr>
                      <a:lvl9pPr marL="3657600" algn="l" defTabSz="914400" rtl="0" eaLnBrk="1" latinLnBrk="0" hangingPunct="1">
                        <a:defRPr sz="1800" kern="1200">
                          <a:solidFill>
                            <a:schemeClr val="dk1"/>
                          </a:solidFill>
                          <a:latin typeface="Tenorite "/>
                        </a:defRPr>
                      </a:lvl9pPr>
                    </a:lstStyle>
                    <a:p>
                      <a:pPr algn="ctr"/>
                      <a:r>
                        <a:rPr lang="en-US" dirty="0">
                          <a:latin typeface="+mn-lt"/>
                        </a:rPr>
                        <a:t>Minutes</a:t>
                      </a:r>
                    </a:p>
                  </a:txBody>
                  <a:tcPr anchor="ctr"/>
                </a:tc>
                <a:tc>
                  <a:txBody>
                    <a:bodyPr/>
                    <a:lstStyle>
                      <a:lvl1pPr marL="0" algn="l" defTabSz="914400" rtl="0" eaLnBrk="1" latinLnBrk="0" hangingPunct="1">
                        <a:defRPr sz="1800" kern="1200">
                          <a:solidFill>
                            <a:schemeClr val="dk1"/>
                          </a:solidFill>
                          <a:latin typeface="Tenorite "/>
                        </a:defRPr>
                      </a:lvl1pPr>
                      <a:lvl2pPr marL="457200" algn="l" defTabSz="914400" rtl="0" eaLnBrk="1" latinLnBrk="0" hangingPunct="1">
                        <a:defRPr sz="1800" kern="1200">
                          <a:solidFill>
                            <a:schemeClr val="dk1"/>
                          </a:solidFill>
                          <a:latin typeface="Tenorite "/>
                        </a:defRPr>
                      </a:lvl2pPr>
                      <a:lvl3pPr marL="914400" algn="l" defTabSz="914400" rtl="0" eaLnBrk="1" latinLnBrk="0" hangingPunct="1">
                        <a:defRPr sz="1800" kern="1200">
                          <a:solidFill>
                            <a:schemeClr val="dk1"/>
                          </a:solidFill>
                          <a:latin typeface="Tenorite "/>
                        </a:defRPr>
                      </a:lvl3pPr>
                      <a:lvl4pPr marL="1371600" algn="l" defTabSz="914400" rtl="0" eaLnBrk="1" latinLnBrk="0" hangingPunct="1">
                        <a:defRPr sz="1800" kern="1200">
                          <a:solidFill>
                            <a:schemeClr val="dk1"/>
                          </a:solidFill>
                          <a:latin typeface="Tenorite "/>
                        </a:defRPr>
                      </a:lvl4pPr>
                      <a:lvl5pPr marL="1828800" algn="l" defTabSz="914400" rtl="0" eaLnBrk="1" latinLnBrk="0" hangingPunct="1">
                        <a:defRPr sz="1800" kern="1200">
                          <a:solidFill>
                            <a:schemeClr val="dk1"/>
                          </a:solidFill>
                          <a:latin typeface="Tenorite "/>
                        </a:defRPr>
                      </a:lvl5pPr>
                      <a:lvl6pPr marL="2286000" algn="l" defTabSz="914400" rtl="0" eaLnBrk="1" latinLnBrk="0" hangingPunct="1">
                        <a:defRPr sz="1800" kern="1200">
                          <a:solidFill>
                            <a:schemeClr val="dk1"/>
                          </a:solidFill>
                          <a:latin typeface="Tenorite "/>
                        </a:defRPr>
                      </a:lvl6pPr>
                      <a:lvl7pPr marL="2743200" algn="l" defTabSz="914400" rtl="0" eaLnBrk="1" latinLnBrk="0" hangingPunct="1">
                        <a:defRPr sz="1800" kern="1200">
                          <a:solidFill>
                            <a:schemeClr val="dk1"/>
                          </a:solidFill>
                          <a:latin typeface="Tenorite "/>
                        </a:defRPr>
                      </a:lvl7pPr>
                      <a:lvl8pPr marL="3200400" algn="l" defTabSz="914400" rtl="0" eaLnBrk="1" latinLnBrk="0" hangingPunct="1">
                        <a:defRPr sz="1800" kern="1200">
                          <a:solidFill>
                            <a:schemeClr val="dk1"/>
                          </a:solidFill>
                          <a:latin typeface="Tenorite "/>
                        </a:defRPr>
                      </a:lvl8pPr>
                      <a:lvl9pPr marL="3657600" algn="l" defTabSz="914400" rtl="0" eaLnBrk="1" latinLnBrk="0" hangingPunct="1">
                        <a:defRPr sz="1800" kern="1200">
                          <a:solidFill>
                            <a:schemeClr val="dk1"/>
                          </a:solidFill>
                          <a:latin typeface="Tenorite "/>
                        </a:defRPr>
                      </a:lvl9pPr>
                    </a:lstStyle>
                    <a:p>
                      <a:pPr algn="ctr"/>
                      <a:r>
                        <a:rPr lang="en-US" dirty="0">
                          <a:latin typeface="+mn-lt"/>
                        </a:rPr>
                        <a:t>60</a:t>
                      </a:r>
                    </a:p>
                  </a:txBody>
                  <a:tcPr anchor="ctr"/>
                </a:tc>
                <a:tc>
                  <a:txBody>
                    <a:bodyPr/>
                    <a:lstStyle>
                      <a:lvl1pPr marL="0" algn="l" defTabSz="914400" rtl="0" eaLnBrk="1" latinLnBrk="0" hangingPunct="1">
                        <a:defRPr sz="1800" kern="1200">
                          <a:solidFill>
                            <a:schemeClr val="dk1"/>
                          </a:solidFill>
                          <a:latin typeface="Tenorite "/>
                        </a:defRPr>
                      </a:lvl1pPr>
                      <a:lvl2pPr marL="457200" algn="l" defTabSz="914400" rtl="0" eaLnBrk="1" latinLnBrk="0" hangingPunct="1">
                        <a:defRPr sz="1800" kern="1200">
                          <a:solidFill>
                            <a:schemeClr val="dk1"/>
                          </a:solidFill>
                          <a:latin typeface="Tenorite "/>
                        </a:defRPr>
                      </a:lvl2pPr>
                      <a:lvl3pPr marL="914400" algn="l" defTabSz="914400" rtl="0" eaLnBrk="1" latinLnBrk="0" hangingPunct="1">
                        <a:defRPr sz="1800" kern="1200">
                          <a:solidFill>
                            <a:schemeClr val="dk1"/>
                          </a:solidFill>
                          <a:latin typeface="Tenorite "/>
                        </a:defRPr>
                      </a:lvl3pPr>
                      <a:lvl4pPr marL="1371600" algn="l" defTabSz="914400" rtl="0" eaLnBrk="1" latinLnBrk="0" hangingPunct="1">
                        <a:defRPr sz="1800" kern="1200">
                          <a:solidFill>
                            <a:schemeClr val="dk1"/>
                          </a:solidFill>
                          <a:latin typeface="Tenorite "/>
                        </a:defRPr>
                      </a:lvl4pPr>
                      <a:lvl5pPr marL="1828800" algn="l" defTabSz="914400" rtl="0" eaLnBrk="1" latinLnBrk="0" hangingPunct="1">
                        <a:defRPr sz="1800" kern="1200">
                          <a:solidFill>
                            <a:schemeClr val="dk1"/>
                          </a:solidFill>
                          <a:latin typeface="Tenorite "/>
                        </a:defRPr>
                      </a:lvl5pPr>
                      <a:lvl6pPr marL="2286000" algn="l" defTabSz="914400" rtl="0" eaLnBrk="1" latinLnBrk="0" hangingPunct="1">
                        <a:defRPr sz="1800" kern="1200">
                          <a:solidFill>
                            <a:schemeClr val="dk1"/>
                          </a:solidFill>
                          <a:latin typeface="Tenorite "/>
                        </a:defRPr>
                      </a:lvl6pPr>
                      <a:lvl7pPr marL="2743200" algn="l" defTabSz="914400" rtl="0" eaLnBrk="1" latinLnBrk="0" hangingPunct="1">
                        <a:defRPr sz="1800" kern="1200">
                          <a:solidFill>
                            <a:schemeClr val="dk1"/>
                          </a:solidFill>
                          <a:latin typeface="Tenorite "/>
                        </a:defRPr>
                      </a:lvl7pPr>
                      <a:lvl8pPr marL="3200400" algn="l" defTabSz="914400" rtl="0" eaLnBrk="1" latinLnBrk="0" hangingPunct="1">
                        <a:defRPr sz="1800" kern="1200">
                          <a:solidFill>
                            <a:schemeClr val="dk1"/>
                          </a:solidFill>
                          <a:latin typeface="Tenorite "/>
                        </a:defRPr>
                      </a:lvl8pPr>
                      <a:lvl9pPr marL="3657600" algn="l" defTabSz="914400" rtl="0" eaLnBrk="1" latinLnBrk="0" hangingPunct="1">
                        <a:defRPr sz="1800" kern="1200">
                          <a:solidFill>
                            <a:schemeClr val="dk1"/>
                          </a:solidFill>
                          <a:latin typeface="Tenorite "/>
                        </a:defRPr>
                      </a:lvl9pPr>
                    </a:lstStyle>
                    <a:p>
                      <a:pPr algn="ctr"/>
                      <a:r>
                        <a:rPr lang="en-US" dirty="0">
                          <a:latin typeface="+mn-lt"/>
                        </a:rPr>
                        <a:t>75</a:t>
                      </a:r>
                    </a:p>
                  </a:txBody>
                  <a:tcPr anchor="ctr"/>
                </a:tc>
                <a:extLst>
                  <a:ext uri="{0D108BD9-81ED-4DB2-BD59-A6C34878D82A}">
                    <a16:rowId xmlns:a16="http://schemas.microsoft.com/office/drawing/2014/main" val="85209771"/>
                  </a:ext>
                </a:extLst>
              </a:tr>
              <a:tr h="1015099">
                <a:tc>
                  <a:txBody>
                    <a:bodyPr/>
                    <a:lstStyle>
                      <a:lvl1pPr marL="0" algn="l" defTabSz="914400" rtl="0" eaLnBrk="1" latinLnBrk="0" hangingPunct="1">
                        <a:defRPr sz="1800" kern="1200">
                          <a:solidFill>
                            <a:schemeClr val="dk1"/>
                          </a:solidFill>
                          <a:latin typeface="Tenorite "/>
                        </a:defRPr>
                      </a:lvl1pPr>
                      <a:lvl2pPr marL="457200" algn="l" defTabSz="914400" rtl="0" eaLnBrk="1" latinLnBrk="0" hangingPunct="1">
                        <a:defRPr sz="1800" kern="1200">
                          <a:solidFill>
                            <a:schemeClr val="dk1"/>
                          </a:solidFill>
                          <a:latin typeface="Tenorite "/>
                        </a:defRPr>
                      </a:lvl2pPr>
                      <a:lvl3pPr marL="914400" algn="l" defTabSz="914400" rtl="0" eaLnBrk="1" latinLnBrk="0" hangingPunct="1">
                        <a:defRPr sz="1800" kern="1200">
                          <a:solidFill>
                            <a:schemeClr val="dk1"/>
                          </a:solidFill>
                          <a:latin typeface="Tenorite "/>
                        </a:defRPr>
                      </a:lvl3pPr>
                      <a:lvl4pPr marL="1371600" algn="l" defTabSz="914400" rtl="0" eaLnBrk="1" latinLnBrk="0" hangingPunct="1">
                        <a:defRPr sz="1800" kern="1200">
                          <a:solidFill>
                            <a:schemeClr val="dk1"/>
                          </a:solidFill>
                          <a:latin typeface="Tenorite "/>
                        </a:defRPr>
                      </a:lvl4pPr>
                      <a:lvl5pPr marL="1828800" algn="l" defTabSz="914400" rtl="0" eaLnBrk="1" latinLnBrk="0" hangingPunct="1">
                        <a:defRPr sz="1800" kern="1200">
                          <a:solidFill>
                            <a:schemeClr val="dk1"/>
                          </a:solidFill>
                          <a:latin typeface="Tenorite "/>
                        </a:defRPr>
                      </a:lvl5pPr>
                      <a:lvl6pPr marL="2286000" algn="l" defTabSz="914400" rtl="0" eaLnBrk="1" latinLnBrk="0" hangingPunct="1">
                        <a:defRPr sz="1800" kern="1200">
                          <a:solidFill>
                            <a:schemeClr val="dk1"/>
                          </a:solidFill>
                          <a:latin typeface="Tenorite "/>
                        </a:defRPr>
                      </a:lvl6pPr>
                      <a:lvl7pPr marL="2743200" algn="l" defTabSz="914400" rtl="0" eaLnBrk="1" latinLnBrk="0" hangingPunct="1">
                        <a:defRPr sz="1800" kern="1200">
                          <a:solidFill>
                            <a:schemeClr val="dk1"/>
                          </a:solidFill>
                          <a:latin typeface="Tenorite "/>
                        </a:defRPr>
                      </a:lvl7pPr>
                      <a:lvl8pPr marL="3200400" algn="l" defTabSz="914400" rtl="0" eaLnBrk="1" latinLnBrk="0" hangingPunct="1">
                        <a:defRPr sz="1800" kern="1200">
                          <a:solidFill>
                            <a:schemeClr val="dk1"/>
                          </a:solidFill>
                          <a:latin typeface="Tenorite "/>
                        </a:defRPr>
                      </a:lvl8pPr>
                      <a:lvl9pPr marL="3657600" algn="l" defTabSz="914400" rtl="0" eaLnBrk="1" latinLnBrk="0" hangingPunct="1">
                        <a:defRPr sz="1800" kern="1200">
                          <a:solidFill>
                            <a:schemeClr val="dk1"/>
                          </a:solidFill>
                          <a:latin typeface="Tenorite "/>
                        </a:defRPr>
                      </a:lvl9pPr>
                    </a:lstStyle>
                    <a:p>
                      <a:pPr algn="ctr"/>
                      <a:r>
                        <a:rPr lang="en-US" dirty="0">
                          <a:latin typeface="+mn-lt"/>
                        </a:rPr>
                        <a:t>Q&amp;A interaction</a:t>
                      </a:r>
                    </a:p>
                  </a:txBody>
                  <a:tcPr anchor="ctr"/>
                </a:tc>
                <a:tc>
                  <a:txBody>
                    <a:bodyPr/>
                    <a:lstStyle>
                      <a:lvl1pPr marL="0" algn="l" defTabSz="914400" rtl="0" eaLnBrk="1" latinLnBrk="0" hangingPunct="1">
                        <a:defRPr sz="1800" kern="1200">
                          <a:solidFill>
                            <a:schemeClr val="dk1"/>
                          </a:solidFill>
                          <a:latin typeface="Tenorite "/>
                        </a:defRPr>
                      </a:lvl1pPr>
                      <a:lvl2pPr marL="457200" algn="l" defTabSz="914400" rtl="0" eaLnBrk="1" latinLnBrk="0" hangingPunct="1">
                        <a:defRPr sz="1800" kern="1200">
                          <a:solidFill>
                            <a:schemeClr val="dk1"/>
                          </a:solidFill>
                          <a:latin typeface="Tenorite "/>
                        </a:defRPr>
                      </a:lvl2pPr>
                      <a:lvl3pPr marL="914400" algn="l" defTabSz="914400" rtl="0" eaLnBrk="1" latinLnBrk="0" hangingPunct="1">
                        <a:defRPr sz="1800" kern="1200">
                          <a:solidFill>
                            <a:schemeClr val="dk1"/>
                          </a:solidFill>
                          <a:latin typeface="Tenorite "/>
                        </a:defRPr>
                      </a:lvl3pPr>
                      <a:lvl4pPr marL="1371600" algn="l" defTabSz="914400" rtl="0" eaLnBrk="1" latinLnBrk="0" hangingPunct="1">
                        <a:defRPr sz="1800" kern="1200">
                          <a:solidFill>
                            <a:schemeClr val="dk1"/>
                          </a:solidFill>
                          <a:latin typeface="Tenorite "/>
                        </a:defRPr>
                      </a:lvl4pPr>
                      <a:lvl5pPr marL="1828800" algn="l" defTabSz="914400" rtl="0" eaLnBrk="1" latinLnBrk="0" hangingPunct="1">
                        <a:defRPr sz="1800" kern="1200">
                          <a:solidFill>
                            <a:schemeClr val="dk1"/>
                          </a:solidFill>
                          <a:latin typeface="Tenorite "/>
                        </a:defRPr>
                      </a:lvl5pPr>
                      <a:lvl6pPr marL="2286000" algn="l" defTabSz="914400" rtl="0" eaLnBrk="1" latinLnBrk="0" hangingPunct="1">
                        <a:defRPr sz="1800" kern="1200">
                          <a:solidFill>
                            <a:schemeClr val="dk1"/>
                          </a:solidFill>
                          <a:latin typeface="Tenorite "/>
                        </a:defRPr>
                      </a:lvl6pPr>
                      <a:lvl7pPr marL="2743200" algn="l" defTabSz="914400" rtl="0" eaLnBrk="1" latinLnBrk="0" hangingPunct="1">
                        <a:defRPr sz="1800" kern="1200">
                          <a:solidFill>
                            <a:schemeClr val="dk1"/>
                          </a:solidFill>
                          <a:latin typeface="Tenorite "/>
                        </a:defRPr>
                      </a:lvl7pPr>
                      <a:lvl8pPr marL="3200400" algn="l" defTabSz="914400" rtl="0" eaLnBrk="1" latinLnBrk="0" hangingPunct="1">
                        <a:defRPr sz="1800" kern="1200">
                          <a:solidFill>
                            <a:schemeClr val="dk1"/>
                          </a:solidFill>
                          <a:latin typeface="Tenorite "/>
                        </a:defRPr>
                      </a:lvl8pPr>
                      <a:lvl9pPr marL="3657600" algn="l" defTabSz="914400" rtl="0" eaLnBrk="1" latinLnBrk="0" hangingPunct="1">
                        <a:defRPr sz="1800" kern="1200">
                          <a:solidFill>
                            <a:schemeClr val="dk1"/>
                          </a:solidFill>
                          <a:latin typeface="Tenorite "/>
                        </a:defRPr>
                      </a:lvl9pPr>
                    </a:lstStyle>
                    <a:p>
                      <a:pPr algn="ctr"/>
                      <a:r>
                        <a:rPr lang="en-US" dirty="0">
                          <a:latin typeface="+mn-lt"/>
                        </a:rPr>
                        <a:t># of questions</a:t>
                      </a:r>
                    </a:p>
                  </a:txBody>
                  <a:tcPr anchor="ctr"/>
                </a:tc>
                <a:tc>
                  <a:txBody>
                    <a:bodyPr/>
                    <a:lstStyle>
                      <a:lvl1pPr marL="0" algn="l" defTabSz="914400" rtl="0" eaLnBrk="1" latinLnBrk="0" hangingPunct="1">
                        <a:defRPr sz="1800" kern="1200">
                          <a:solidFill>
                            <a:schemeClr val="dk1"/>
                          </a:solidFill>
                          <a:latin typeface="Tenorite "/>
                        </a:defRPr>
                      </a:lvl1pPr>
                      <a:lvl2pPr marL="457200" algn="l" defTabSz="914400" rtl="0" eaLnBrk="1" latinLnBrk="0" hangingPunct="1">
                        <a:defRPr sz="1800" kern="1200">
                          <a:solidFill>
                            <a:schemeClr val="dk1"/>
                          </a:solidFill>
                          <a:latin typeface="Tenorite "/>
                        </a:defRPr>
                      </a:lvl2pPr>
                      <a:lvl3pPr marL="914400" algn="l" defTabSz="914400" rtl="0" eaLnBrk="1" latinLnBrk="0" hangingPunct="1">
                        <a:defRPr sz="1800" kern="1200">
                          <a:solidFill>
                            <a:schemeClr val="dk1"/>
                          </a:solidFill>
                          <a:latin typeface="Tenorite "/>
                        </a:defRPr>
                      </a:lvl3pPr>
                      <a:lvl4pPr marL="1371600" algn="l" defTabSz="914400" rtl="0" eaLnBrk="1" latinLnBrk="0" hangingPunct="1">
                        <a:defRPr sz="1800" kern="1200">
                          <a:solidFill>
                            <a:schemeClr val="dk1"/>
                          </a:solidFill>
                          <a:latin typeface="Tenorite "/>
                        </a:defRPr>
                      </a:lvl4pPr>
                      <a:lvl5pPr marL="1828800" algn="l" defTabSz="914400" rtl="0" eaLnBrk="1" latinLnBrk="0" hangingPunct="1">
                        <a:defRPr sz="1800" kern="1200">
                          <a:solidFill>
                            <a:schemeClr val="dk1"/>
                          </a:solidFill>
                          <a:latin typeface="Tenorite "/>
                        </a:defRPr>
                      </a:lvl5pPr>
                      <a:lvl6pPr marL="2286000" algn="l" defTabSz="914400" rtl="0" eaLnBrk="1" latinLnBrk="0" hangingPunct="1">
                        <a:defRPr sz="1800" kern="1200">
                          <a:solidFill>
                            <a:schemeClr val="dk1"/>
                          </a:solidFill>
                          <a:latin typeface="Tenorite "/>
                        </a:defRPr>
                      </a:lvl6pPr>
                      <a:lvl7pPr marL="2743200" algn="l" defTabSz="914400" rtl="0" eaLnBrk="1" latinLnBrk="0" hangingPunct="1">
                        <a:defRPr sz="1800" kern="1200">
                          <a:solidFill>
                            <a:schemeClr val="dk1"/>
                          </a:solidFill>
                          <a:latin typeface="Tenorite "/>
                        </a:defRPr>
                      </a:lvl7pPr>
                      <a:lvl8pPr marL="3200400" algn="l" defTabSz="914400" rtl="0" eaLnBrk="1" latinLnBrk="0" hangingPunct="1">
                        <a:defRPr sz="1800" kern="1200">
                          <a:solidFill>
                            <a:schemeClr val="dk1"/>
                          </a:solidFill>
                          <a:latin typeface="Tenorite "/>
                        </a:defRPr>
                      </a:lvl8pPr>
                      <a:lvl9pPr marL="3657600" algn="l" defTabSz="914400" rtl="0" eaLnBrk="1" latinLnBrk="0" hangingPunct="1">
                        <a:defRPr sz="1800" kern="1200">
                          <a:solidFill>
                            <a:schemeClr val="dk1"/>
                          </a:solidFill>
                          <a:latin typeface="Tenorite "/>
                        </a:defRPr>
                      </a:lvl9pPr>
                    </a:lstStyle>
                    <a:p>
                      <a:pPr algn="ctr"/>
                      <a:r>
                        <a:rPr lang="en-US" dirty="0">
                          <a:latin typeface="+mn-lt"/>
                        </a:rPr>
                        <a:t>10</a:t>
                      </a:r>
                    </a:p>
                  </a:txBody>
                  <a:tcPr anchor="ctr"/>
                </a:tc>
                <a:tc>
                  <a:txBody>
                    <a:bodyPr/>
                    <a:lstStyle>
                      <a:lvl1pPr marL="0" algn="l" defTabSz="914400" rtl="0" eaLnBrk="1" latinLnBrk="0" hangingPunct="1">
                        <a:defRPr sz="1800" kern="1200">
                          <a:solidFill>
                            <a:schemeClr val="dk1"/>
                          </a:solidFill>
                          <a:latin typeface="Tenorite "/>
                        </a:defRPr>
                      </a:lvl1pPr>
                      <a:lvl2pPr marL="457200" algn="l" defTabSz="914400" rtl="0" eaLnBrk="1" latinLnBrk="0" hangingPunct="1">
                        <a:defRPr sz="1800" kern="1200">
                          <a:solidFill>
                            <a:schemeClr val="dk1"/>
                          </a:solidFill>
                          <a:latin typeface="Tenorite "/>
                        </a:defRPr>
                      </a:lvl2pPr>
                      <a:lvl3pPr marL="914400" algn="l" defTabSz="914400" rtl="0" eaLnBrk="1" latinLnBrk="0" hangingPunct="1">
                        <a:defRPr sz="1800" kern="1200">
                          <a:solidFill>
                            <a:schemeClr val="dk1"/>
                          </a:solidFill>
                          <a:latin typeface="Tenorite "/>
                        </a:defRPr>
                      </a:lvl3pPr>
                      <a:lvl4pPr marL="1371600" algn="l" defTabSz="914400" rtl="0" eaLnBrk="1" latinLnBrk="0" hangingPunct="1">
                        <a:defRPr sz="1800" kern="1200">
                          <a:solidFill>
                            <a:schemeClr val="dk1"/>
                          </a:solidFill>
                          <a:latin typeface="Tenorite "/>
                        </a:defRPr>
                      </a:lvl4pPr>
                      <a:lvl5pPr marL="1828800" algn="l" defTabSz="914400" rtl="0" eaLnBrk="1" latinLnBrk="0" hangingPunct="1">
                        <a:defRPr sz="1800" kern="1200">
                          <a:solidFill>
                            <a:schemeClr val="dk1"/>
                          </a:solidFill>
                          <a:latin typeface="Tenorite "/>
                        </a:defRPr>
                      </a:lvl5pPr>
                      <a:lvl6pPr marL="2286000" algn="l" defTabSz="914400" rtl="0" eaLnBrk="1" latinLnBrk="0" hangingPunct="1">
                        <a:defRPr sz="1800" kern="1200">
                          <a:solidFill>
                            <a:schemeClr val="dk1"/>
                          </a:solidFill>
                          <a:latin typeface="Tenorite "/>
                        </a:defRPr>
                      </a:lvl6pPr>
                      <a:lvl7pPr marL="2743200" algn="l" defTabSz="914400" rtl="0" eaLnBrk="1" latinLnBrk="0" hangingPunct="1">
                        <a:defRPr sz="1800" kern="1200">
                          <a:solidFill>
                            <a:schemeClr val="dk1"/>
                          </a:solidFill>
                          <a:latin typeface="Tenorite "/>
                        </a:defRPr>
                      </a:lvl7pPr>
                      <a:lvl8pPr marL="3200400" algn="l" defTabSz="914400" rtl="0" eaLnBrk="1" latinLnBrk="0" hangingPunct="1">
                        <a:defRPr sz="1800" kern="1200">
                          <a:solidFill>
                            <a:schemeClr val="dk1"/>
                          </a:solidFill>
                          <a:latin typeface="Tenorite "/>
                        </a:defRPr>
                      </a:lvl8pPr>
                      <a:lvl9pPr marL="3657600" algn="l" defTabSz="914400" rtl="0" eaLnBrk="1" latinLnBrk="0" hangingPunct="1">
                        <a:defRPr sz="1800" kern="1200">
                          <a:solidFill>
                            <a:schemeClr val="dk1"/>
                          </a:solidFill>
                          <a:latin typeface="Tenorite "/>
                        </a:defRPr>
                      </a:lvl9pPr>
                    </a:lstStyle>
                    <a:p>
                      <a:pPr algn="ctr"/>
                      <a:r>
                        <a:rPr lang="en-US" dirty="0">
                          <a:latin typeface="+mn-lt"/>
                        </a:rPr>
                        <a:t>15</a:t>
                      </a:r>
                    </a:p>
                  </a:txBody>
                  <a:tcPr anchor="ctr"/>
                </a:tc>
                <a:extLst>
                  <a:ext uri="{0D108BD9-81ED-4DB2-BD59-A6C34878D82A}">
                    <a16:rowId xmlns:a16="http://schemas.microsoft.com/office/drawing/2014/main" val="4061031278"/>
                  </a:ext>
                </a:extLst>
              </a:tr>
              <a:tr h="1015099">
                <a:tc>
                  <a:txBody>
                    <a:bodyPr/>
                    <a:lstStyle>
                      <a:lvl1pPr marL="0" algn="l" defTabSz="914400" rtl="0" eaLnBrk="1" latinLnBrk="0" hangingPunct="1">
                        <a:defRPr sz="1800" kern="1200">
                          <a:solidFill>
                            <a:schemeClr val="dk1"/>
                          </a:solidFill>
                          <a:latin typeface="Tenorite "/>
                        </a:defRPr>
                      </a:lvl1pPr>
                      <a:lvl2pPr marL="457200" algn="l" defTabSz="914400" rtl="0" eaLnBrk="1" latinLnBrk="0" hangingPunct="1">
                        <a:defRPr sz="1800" kern="1200">
                          <a:solidFill>
                            <a:schemeClr val="dk1"/>
                          </a:solidFill>
                          <a:latin typeface="Tenorite "/>
                        </a:defRPr>
                      </a:lvl2pPr>
                      <a:lvl3pPr marL="914400" algn="l" defTabSz="914400" rtl="0" eaLnBrk="1" latinLnBrk="0" hangingPunct="1">
                        <a:defRPr sz="1800" kern="1200">
                          <a:solidFill>
                            <a:schemeClr val="dk1"/>
                          </a:solidFill>
                          <a:latin typeface="Tenorite "/>
                        </a:defRPr>
                      </a:lvl3pPr>
                      <a:lvl4pPr marL="1371600" algn="l" defTabSz="914400" rtl="0" eaLnBrk="1" latinLnBrk="0" hangingPunct="1">
                        <a:defRPr sz="1800" kern="1200">
                          <a:solidFill>
                            <a:schemeClr val="dk1"/>
                          </a:solidFill>
                          <a:latin typeface="Tenorite "/>
                        </a:defRPr>
                      </a:lvl4pPr>
                      <a:lvl5pPr marL="1828800" algn="l" defTabSz="914400" rtl="0" eaLnBrk="1" latinLnBrk="0" hangingPunct="1">
                        <a:defRPr sz="1800" kern="1200">
                          <a:solidFill>
                            <a:schemeClr val="dk1"/>
                          </a:solidFill>
                          <a:latin typeface="Tenorite "/>
                        </a:defRPr>
                      </a:lvl5pPr>
                      <a:lvl6pPr marL="2286000" algn="l" defTabSz="914400" rtl="0" eaLnBrk="1" latinLnBrk="0" hangingPunct="1">
                        <a:defRPr sz="1800" kern="1200">
                          <a:solidFill>
                            <a:schemeClr val="dk1"/>
                          </a:solidFill>
                          <a:latin typeface="Tenorite "/>
                        </a:defRPr>
                      </a:lvl6pPr>
                      <a:lvl7pPr marL="2743200" algn="l" defTabSz="914400" rtl="0" eaLnBrk="1" latinLnBrk="0" hangingPunct="1">
                        <a:defRPr sz="1800" kern="1200">
                          <a:solidFill>
                            <a:schemeClr val="dk1"/>
                          </a:solidFill>
                          <a:latin typeface="Tenorite "/>
                        </a:defRPr>
                      </a:lvl7pPr>
                      <a:lvl8pPr marL="3200400" algn="l" defTabSz="914400" rtl="0" eaLnBrk="1" latinLnBrk="0" hangingPunct="1">
                        <a:defRPr sz="1800" kern="1200">
                          <a:solidFill>
                            <a:schemeClr val="dk1"/>
                          </a:solidFill>
                          <a:latin typeface="Tenorite "/>
                        </a:defRPr>
                      </a:lvl8pPr>
                      <a:lvl9pPr marL="3657600" algn="l" defTabSz="914400" rtl="0" eaLnBrk="1" latinLnBrk="0" hangingPunct="1">
                        <a:defRPr sz="1800" kern="1200">
                          <a:solidFill>
                            <a:schemeClr val="dk1"/>
                          </a:solidFill>
                          <a:latin typeface="Tenorite "/>
                        </a:defRPr>
                      </a:lvl9pPr>
                    </a:lstStyle>
                    <a:p>
                      <a:pPr algn="ctr"/>
                      <a:r>
                        <a:rPr lang="en-US" dirty="0">
                          <a:latin typeface="+mn-lt"/>
                        </a:rPr>
                        <a:t>Positive feedback</a:t>
                      </a:r>
                    </a:p>
                  </a:txBody>
                  <a:tcPr anchor="ctr"/>
                </a:tc>
                <a:tc>
                  <a:txBody>
                    <a:bodyPr/>
                    <a:lstStyle>
                      <a:lvl1pPr marL="0" algn="l" defTabSz="914400" rtl="0" eaLnBrk="1" latinLnBrk="0" hangingPunct="1">
                        <a:defRPr sz="1800" kern="1200">
                          <a:solidFill>
                            <a:schemeClr val="dk1"/>
                          </a:solidFill>
                          <a:latin typeface="Tenorite "/>
                        </a:defRPr>
                      </a:lvl1pPr>
                      <a:lvl2pPr marL="457200" algn="l" defTabSz="914400" rtl="0" eaLnBrk="1" latinLnBrk="0" hangingPunct="1">
                        <a:defRPr sz="1800" kern="1200">
                          <a:solidFill>
                            <a:schemeClr val="dk1"/>
                          </a:solidFill>
                          <a:latin typeface="Tenorite "/>
                        </a:defRPr>
                      </a:lvl2pPr>
                      <a:lvl3pPr marL="914400" algn="l" defTabSz="914400" rtl="0" eaLnBrk="1" latinLnBrk="0" hangingPunct="1">
                        <a:defRPr sz="1800" kern="1200">
                          <a:solidFill>
                            <a:schemeClr val="dk1"/>
                          </a:solidFill>
                          <a:latin typeface="Tenorite "/>
                        </a:defRPr>
                      </a:lvl3pPr>
                      <a:lvl4pPr marL="1371600" algn="l" defTabSz="914400" rtl="0" eaLnBrk="1" latinLnBrk="0" hangingPunct="1">
                        <a:defRPr sz="1800" kern="1200">
                          <a:solidFill>
                            <a:schemeClr val="dk1"/>
                          </a:solidFill>
                          <a:latin typeface="Tenorite "/>
                        </a:defRPr>
                      </a:lvl4pPr>
                      <a:lvl5pPr marL="1828800" algn="l" defTabSz="914400" rtl="0" eaLnBrk="1" latinLnBrk="0" hangingPunct="1">
                        <a:defRPr sz="1800" kern="1200">
                          <a:solidFill>
                            <a:schemeClr val="dk1"/>
                          </a:solidFill>
                          <a:latin typeface="Tenorite "/>
                        </a:defRPr>
                      </a:lvl5pPr>
                      <a:lvl6pPr marL="2286000" algn="l" defTabSz="914400" rtl="0" eaLnBrk="1" latinLnBrk="0" hangingPunct="1">
                        <a:defRPr sz="1800" kern="1200">
                          <a:solidFill>
                            <a:schemeClr val="dk1"/>
                          </a:solidFill>
                          <a:latin typeface="Tenorite "/>
                        </a:defRPr>
                      </a:lvl6pPr>
                      <a:lvl7pPr marL="2743200" algn="l" defTabSz="914400" rtl="0" eaLnBrk="1" latinLnBrk="0" hangingPunct="1">
                        <a:defRPr sz="1800" kern="1200">
                          <a:solidFill>
                            <a:schemeClr val="dk1"/>
                          </a:solidFill>
                          <a:latin typeface="Tenorite "/>
                        </a:defRPr>
                      </a:lvl7pPr>
                      <a:lvl8pPr marL="3200400" algn="l" defTabSz="914400" rtl="0" eaLnBrk="1" latinLnBrk="0" hangingPunct="1">
                        <a:defRPr sz="1800" kern="1200">
                          <a:solidFill>
                            <a:schemeClr val="dk1"/>
                          </a:solidFill>
                          <a:latin typeface="Tenorite "/>
                        </a:defRPr>
                      </a:lvl8pPr>
                      <a:lvl9pPr marL="3657600" algn="l" defTabSz="914400" rtl="0" eaLnBrk="1" latinLnBrk="0" hangingPunct="1">
                        <a:defRPr sz="1800" kern="1200">
                          <a:solidFill>
                            <a:schemeClr val="dk1"/>
                          </a:solidFill>
                          <a:latin typeface="Tenorite "/>
                        </a:defRPr>
                      </a:lvl9pPr>
                    </a:lstStyle>
                    <a:p>
                      <a:pPr algn="ctr"/>
                      <a:r>
                        <a:rPr lang="en-US" dirty="0">
                          <a:latin typeface="+mn-lt"/>
                        </a:rPr>
                        <a:t>Percentage (%)</a:t>
                      </a:r>
                    </a:p>
                  </a:txBody>
                  <a:tcPr anchor="ctr"/>
                </a:tc>
                <a:tc>
                  <a:txBody>
                    <a:bodyPr/>
                    <a:lstStyle>
                      <a:lvl1pPr marL="0" algn="l" defTabSz="914400" rtl="0" eaLnBrk="1" latinLnBrk="0" hangingPunct="1">
                        <a:defRPr sz="1800" kern="1200">
                          <a:solidFill>
                            <a:schemeClr val="dk1"/>
                          </a:solidFill>
                          <a:latin typeface="Tenorite "/>
                        </a:defRPr>
                      </a:lvl1pPr>
                      <a:lvl2pPr marL="457200" algn="l" defTabSz="914400" rtl="0" eaLnBrk="1" latinLnBrk="0" hangingPunct="1">
                        <a:defRPr sz="1800" kern="1200">
                          <a:solidFill>
                            <a:schemeClr val="dk1"/>
                          </a:solidFill>
                          <a:latin typeface="Tenorite "/>
                        </a:defRPr>
                      </a:lvl2pPr>
                      <a:lvl3pPr marL="914400" algn="l" defTabSz="914400" rtl="0" eaLnBrk="1" latinLnBrk="0" hangingPunct="1">
                        <a:defRPr sz="1800" kern="1200">
                          <a:solidFill>
                            <a:schemeClr val="dk1"/>
                          </a:solidFill>
                          <a:latin typeface="Tenorite "/>
                        </a:defRPr>
                      </a:lvl3pPr>
                      <a:lvl4pPr marL="1371600" algn="l" defTabSz="914400" rtl="0" eaLnBrk="1" latinLnBrk="0" hangingPunct="1">
                        <a:defRPr sz="1800" kern="1200">
                          <a:solidFill>
                            <a:schemeClr val="dk1"/>
                          </a:solidFill>
                          <a:latin typeface="Tenorite "/>
                        </a:defRPr>
                      </a:lvl4pPr>
                      <a:lvl5pPr marL="1828800" algn="l" defTabSz="914400" rtl="0" eaLnBrk="1" latinLnBrk="0" hangingPunct="1">
                        <a:defRPr sz="1800" kern="1200">
                          <a:solidFill>
                            <a:schemeClr val="dk1"/>
                          </a:solidFill>
                          <a:latin typeface="Tenorite "/>
                        </a:defRPr>
                      </a:lvl5pPr>
                      <a:lvl6pPr marL="2286000" algn="l" defTabSz="914400" rtl="0" eaLnBrk="1" latinLnBrk="0" hangingPunct="1">
                        <a:defRPr sz="1800" kern="1200">
                          <a:solidFill>
                            <a:schemeClr val="dk1"/>
                          </a:solidFill>
                          <a:latin typeface="Tenorite "/>
                        </a:defRPr>
                      </a:lvl6pPr>
                      <a:lvl7pPr marL="2743200" algn="l" defTabSz="914400" rtl="0" eaLnBrk="1" latinLnBrk="0" hangingPunct="1">
                        <a:defRPr sz="1800" kern="1200">
                          <a:solidFill>
                            <a:schemeClr val="dk1"/>
                          </a:solidFill>
                          <a:latin typeface="Tenorite "/>
                        </a:defRPr>
                      </a:lvl7pPr>
                      <a:lvl8pPr marL="3200400" algn="l" defTabSz="914400" rtl="0" eaLnBrk="1" latinLnBrk="0" hangingPunct="1">
                        <a:defRPr sz="1800" kern="1200">
                          <a:solidFill>
                            <a:schemeClr val="dk1"/>
                          </a:solidFill>
                          <a:latin typeface="Tenorite "/>
                        </a:defRPr>
                      </a:lvl8pPr>
                      <a:lvl9pPr marL="3657600" algn="l" defTabSz="914400" rtl="0" eaLnBrk="1" latinLnBrk="0" hangingPunct="1">
                        <a:defRPr sz="1800" kern="1200">
                          <a:solidFill>
                            <a:schemeClr val="dk1"/>
                          </a:solidFill>
                          <a:latin typeface="Tenorite "/>
                        </a:defRPr>
                      </a:lvl9pPr>
                    </a:lstStyle>
                    <a:p>
                      <a:pPr algn="ctr"/>
                      <a:r>
                        <a:rPr lang="en-US" dirty="0">
                          <a:latin typeface="+mn-lt"/>
                        </a:rPr>
                        <a:t>90</a:t>
                      </a:r>
                    </a:p>
                  </a:txBody>
                  <a:tcPr anchor="ctr"/>
                </a:tc>
                <a:tc>
                  <a:txBody>
                    <a:bodyPr/>
                    <a:lstStyle>
                      <a:lvl1pPr marL="0" algn="l" defTabSz="914400" rtl="0" eaLnBrk="1" latinLnBrk="0" hangingPunct="1">
                        <a:defRPr sz="1800" kern="1200">
                          <a:solidFill>
                            <a:schemeClr val="dk1"/>
                          </a:solidFill>
                          <a:latin typeface="Tenorite "/>
                        </a:defRPr>
                      </a:lvl1pPr>
                      <a:lvl2pPr marL="457200" algn="l" defTabSz="914400" rtl="0" eaLnBrk="1" latinLnBrk="0" hangingPunct="1">
                        <a:defRPr sz="1800" kern="1200">
                          <a:solidFill>
                            <a:schemeClr val="dk1"/>
                          </a:solidFill>
                          <a:latin typeface="Tenorite "/>
                        </a:defRPr>
                      </a:lvl2pPr>
                      <a:lvl3pPr marL="914400" algn="l" defTabSz="914400" rtl="0" eaLnBrk="1" latinLnBrk="0" hangingPunct="1">
                        <a:defRPr sz="1800" kern="1200">
                          <a:solidFill>
                            <a:schemeClr val="dk1"/>
                          </a:solidFill>
                          <a:latin typeface="Tenorite "/>
                        </a:defRPr>
                      </a:lvl3pPr>
                      <a:lvl4pPr marL="1371600" algn="l" defTabSz="914400" rtl="0" eaLnBrk="1" latinLnBrk="0" hangingPunct="1">
                        <a:defRPr sz="1800" kern="1200">
                          <a:solidFill>
                            <a:schemeClr val="dk1"/>
                          </a:solidFill>
                          <a:latin typeface="Tenorite "/>
                        </a:defRPr>
                      </a:lvl4pPr>
                      <a:lvl5pPr marL="1828800" algn="l" defTabSz="914400" rtl="0" eaLnBrk="1" latinLnBrk="0" hangingPunct="1">
                        <a:defRPr sz="1800" kern="1200">
                          <a:solidFill>
                            <a:schemeClr val="dk1"/>
                          </a:solidFill>
                          <a:latin typeface="Tenorite "/>
                        </a:defRPr>
                      </a:lvl5pPr>
                      <a:lvl6pPr marL="2286000" algn="l" defTabSz="914400" rtl="0" eaLnBrk="1" latinLnBrk="0" hangingPunct="1">
                        <a:defRPr sz="1800" kern="1200">
                          <a:solidFill>
                            <a:schemeClr val="dk1"/>
                          </a:solidFill>
                          <a:latin typeface="Tenorite "/>
                        </a:defRPr>
                      </a:lvl6pPr>
                      <a:lvl7pPr marL="2743200" algn="l" defTabSz="914400" rtl="0" eaLnBrk="1" latinLnBrk="0" hangingPunct="1">
                        <a:defRPr sz="1800" kern="1200">
                          <a:solidFill>
                            <a:schemeClr val="dk1"/>
                          </a:solidFill>
                          <a:latin typeface="Tenorite "/>
                        </a:defRPr>
                      </a:lvl7pPr>
                      <a:lvl8pPr marL="3200400" algn="l" defTabSz="914400" rtl="0" eaLnBrk="1" latinLnBrk="0" hangingPunct="1">
                        <a:defRPr sz="1800" kern="1200">
                          <a:solidFill>
                            <a:schemeClr val="dk1"/>
                          </a:solidFill>
                          <a:latin typeface="Tenorite "/>
                        </a:defRPr>
                      </a:lvl8pPr>
                      <a:lvl9pPr marL="3657600" algn="l" defTabSz="914400" rtl="0" eaLnBrk="1" latinLnBrk="0" hangingPunct="1">
                        <a:defRPr sz="1800" kern="1200">
                          <a:solidFill>
                            <a:schemeClr val="dk1"/>
                          </a:solidFill>
                          <a:latin typeface="Tenorite "/>
                        </a:defRPr>
                      </a:lvl9pPr>
                    </a:lstStyle>
                    <a:p>
                      <a:pPr algn="ctr"/>
                      <a:r>
                        <a:rPr lang="en-US" dirty="0">
                          <a:latin typeface="+mn-lt"/>
                        </a:rPr>
                        <a:t>95</a:t>
                      </a:r>
                    </a:p>
                  </a:txBody>
                  <a:tcPr anchor="ctr"/>
                </a:tc>
                <a:extLst>
                  <a:ext uri="{0D108BD9-81ED-4DB2-BD59-A6C34878D82A}">
                    <a16:rowId xmlns:a16="http://schemas.microsoft.com/office/drawing/2014/main" val="3591840781"/>
                  </a:ext>
                </a:extLst>
              </a:tr>
              <a:tr h="1064844">
                <a:tc>
                  <a:txBody>
                    <a:bodyPr/>
                    <a:lstStyle>
                      <a:lvl1pPr marL="0" algn="l" defTabSz="914400" rtl="0" eaLnBrk="1" latinLnBrk="0" hangingPunct="1">
                        <a:defRPr sz="1800" kern="1200">
                          <a:solidFill>
                            <a:schemeClr val="dk1"/>
                          </a:solidFill>
                          <a:latin typeface="Tenorite "/>
                        </a:defRPr>
                      </a:lvl1pPr>
                      <a:lvl2pPr marL="457200" algn="l" defTabSz="914400" rtl="0" eaLnBrk="1" latinLnBrk="0" hangingPunct="1">
                        <a:defRPr sz="1800" kern="1200">
                          <a:solidFill>
                            <a:schemeClr val="dk1"/>
                          </a:solidFill>
                          <a:latin typeface="Tenorite "/>
                        </a:defRPr>
                      </a:lvl2pPr>
                      <a:lvl3pPr marL="914400" algn="l" defTabSz="914400" rtl="0" eaLnBrk="1" latinLnBrk="0" hangingPunct="1">
                        <a:defRPr sz="1800" kern="1200">
                          <a:solidFill>
                            <a:schemeClr val="dk1"/>
                          </a:solidFill>
                          <a:latin typeface="Tenorite "/>
                        </a:defRPr>
                      </a:lvl3pPr>
                      <a:lvl4pPr marL="1371600" algn="l" defTabSz="914400" rtl="0" eaLnBrk="1" latinLnBrk="0" hangingPunct="1">
                        <a:defRPr sz="1800" kern="1200">
                          <a:solidFill>
                            <a:schemeClr val="dk1"/>
                          </a:solidFill>
                          <a:latin typeface="Tenorite "/>
                        </a:defRPr>
                      </a:lvl4pPr>
                      <a:lvl5pPr marL="1828800" algn="l" defTabSz="914400" rtl="0" eaLnBrk="1" latinLnBrk="0" hangingPunct="1">
                        <a:defRPr sz="1800" kern="1200">
                          <a:solidFill>
                            <a:schemeClr val="dk1"/>
                          </a:solidFill>
                          <a:latin typeface="Tenorite "/>
                        </a:defRPr>
                      </a:lvl5pPr>
                      <a:lvl6pPr marL="2286000" algn="l" defTabSz="914400" rtl="0" eaLnBrk="1" latinLnBrk="0" hangingPunct="1">
                        <a:defRPr sz="1800" kern="1200">
                          <a:solidFill>
                            <a:schemeClr val="dk1"/>
                          </a:solidFill>
                          <a:latin typeface="Tenorite "/>
                        </a:defRPr>
                      </a:lvl6pPr>
                      <a:lvl7pPr marL="2743200" algn="l" defTabSz="914400" rtl="0" eaLnBrk="1" latinLnBrk="0" hangingPunct="1">
                        <a:defRPr sz="1800" kern="1200">
                          <a:solidFill>
                            <a:schemeClr val="dk1"/>
                          </a:solidFill>
                          <a:latin typeface="Tenorite "/>
                        </a:defRPr>
                      </a:lvl7pPr>
                      <a:lvl8pPr marL="3200400" algn="l" defTabSz="914400" rtl="0" eaLnBrk="1" latinLnBrk="0" hangingPunct="1">
                        <a:defRPr sz="1800" kern="1200">
                          <a:solidFill>
                            <a:schemeClr val="dk1"/>
                          </a:solidFill>
                          <a:latin typeface="Tenorite "/>
                        </a:defRPr>
                      </a:lvl8pPr>
                      <a:lvl9pPr marL="3657600" algn="l" defTabSz="914400" rtl="0" eaLnBrk="1" latinLnBrk="0" hangingPunct="1">
                        <a:defRPr sz="1800" kern="1200">
                          <a:solidFill>
                            <a:schemeClr val="dk1"/>
                          </a:solidFill>
                          <a:latin typeface="Tenorite "/>
                        </a:defRPr>
                      </a:lvl9pPr>
                    </a:lstStyle>
                    <a:p>
                      <a:pPr algn="ctr"/>
                      <a:r>
                        <a:rPr lang="en-US" dirty="0">
                          <a:latin typeface="+mn-lt"/>
                        </a:rPr>
                        <a:t>Rate of information retention</a:t>
                      </a:r>
                    </a:p>
                  </a:txBody>
                  <a:tcPr anchor="ctr"/>
                </a:tc>
                <a:tc>
                  <a:txBody>
                    <a:bodyPr/>
                    <a:lstStyle>
                      <a:lvl1pPr marL="0" algn="l" defTabSz="914400" rtl="0" eaLnBrk="1" latinLnBrk="0" hangingPunct="1">
                        <a:defRPr sz="1800" kern="1200">
                          <a:solidFill>
                            <a:schemeClr val="dk1"/>
                          </a:solidFill>
                          <a:latin typeface="Tenorite "/>
                        </a:defRPr>
                      </a:lvl1pPr>
                      <a:lvl2pPr marL="457200" algn="l" defTabSz="914400" rtl="0" eaLnBrk="1" latinLnBrk="0" hangingPunct="1">
                        <a:defRPr sz="1800" kern="1200">
                          <a:solidFill>
                            <a:schemeClr val="dk1"/>
                          </a:solidFill>
                          <a:latin typeface="Tenorite "/>
                        </a:defRPr>
                      </a:lvl2pPr>
                      <a:lvl3pPr marL="914400" algn="l" defTabSz="914400" rtl="0" eaLnBrk="1" latinLnBrk="0" hangingPunct="1">
                        <a:defRPr sz="1800" kern="1200">
                          <a:solidFill>
                            <a:schemeClr val="dk1"/>
                          </a:solidFill>
                          <a:latin typeface="Tenorite "/>
                        </a:defRPr>
                      </a:lvl3pPr>
                      <a:lvl4pPr marL="1371600" algn="l" defTabSz="914400" rtl="0" eaLnBrk="1" latinLnBrk="0" hangingPunct="1">
                        <a:defRPr sz="1800" kern="1200">
                          <a:solidFill>
                            <a:schemeClr val="dk1"/>
                          </a:solidFill>
                          <a:latin typeface="Tenorite "/>
                        </a:defRPr>
                      </a:lvl4pPr>
                      <a:lvl5pPr marL="1828800" algn="l" defTabSz="914400" rtl="0" eaLnBrk="1" latinLnBrk="0" hangingPunct="1">
                        <a:defRPr sz="1800" kern="1200">
                          <a:solidFill>
                            <a:schemeClr val="dk1"/>
                          </a:solidFill>
                          <a:latin typeface="Tenorite "/>
                        </a:defRPr>
                      </a:lvl5pPr>
                      <a:lvl6pPr marL="2286000" algn="l" defTabSz="914400" rtl="0" eaLnBrk="1" latinLnBrk="0" hangingPunct="1">
                        <a:defRPr sz="1800" kern="1200">
                          <a:solidFill>
                            <a:schemeClr val="dk1"/>
                          </a:solidFill>
                          <a:latin typeface="Tenorite "/>
                        </a:defRPr>
                      </a:lvl6pPr>
                      <a:lvl7pPr marL="2743200" algn="l" defTabSz="914400" rtl="0" eaLnBrk="1" latinLnBrk="0" hangingPunct="1">
                        <a:defRPr sz="1800" kern="1200">
                          <a:solidFill>
                            <a:schemeClr val="dk1"/>
                          </a:solidFill>
                          <a:latin typeface="Tenorite "/>
                        </a:defRPr>
                      </a:lvl7pPr>
                      <a:lvl8pPr marL="3200400" algn="l" defTabSz="914400" rtl="0" eaLnBrk="1" latinLnBrk="0" hangingPunct="1">
                        <a:defRPr sz="1800" kern="1200">
                          <a:solidFill>
                            <a:schemeClr val="dk1"/>
                          </a:solidFill>
                          <a:latin typeface="Tenorite "/>
                        </a:defRPr>
                      </a:lvl8pPr>
                      <a:lvl9pPr marL="3657600" algn="l" defTabSz="914400" rtl="0" eaLnBrk="1" latinLnBrk="0" hangingPunct="1">
                        <a:defRPr sz="1800" kern="1200">
                          <a:solidFill>
                            <a:schemeClr val="dk1"/>
                          </a:solidFill>
                          <a:latin typeface="Tenorite "/>
                        </a:defRPr>
                      </a:lvl9pPr>
                    </a:lstStyle>
                    <a:p>
                      <a:pPr algn="ctr"/>
                      <a:r>
                        <a:rPr lang="en-US" dirty="0">
                          <a:latin typeface="+mn-lt"/>
                        </a:rPr>
                        <a:t>Percentage (%)</a:t>
                      </a:r>
                    </a:p>
                  </a:txBody>
                  <a:tcPr anchor="ctr"/>
                </a:tc>
                <a:tc>
                  <a:txBody>
                    <a:bodyPr/>
                    <a:lstStyle>
                      <a:lvl1pPr marL="0" algn="l" defTabSz="914400" rtl="0" eaLnBrk="1" latinLnBrk="0" hangingPunct="1">
                        <a:defRPr sz="1800" kern="1200">
                          <a:solidFill>
                            <a:schemeClr val="dk1"/>
                          </a:solidFill>
                          <a:latin typeface="Tenorite "/>
                        </a:defRPr>
                      </a:lvl1pPr>
                      <a:lvl2pPr marL="457200" algn="l" defTabSz="914400" rtl="0" eaLnBrk="1" latinLnBrk="0" hangingPunct="1">
                        <a:defRPr sz="1800" kern="1200">
                          <a:solidFill>
                            <a:schemeClr val="dk1"/>
                          </a:solidFill>
                          <a:latin typeface="Tenorite "/>
                        </a:defRPr>
                      </a:lvl2pPr>
                      <a:lvl3pPr marL="914400" algn="l" defTabSz="914400" rtl="0" eaLnBrk="1" latinLnBrk="0" hangingPunct="1">
                        <a:defRPr sz="1800" kern="1200">
                          <a:solidFill>
                            <a:schemeClr val="dk1"/>
                          </a:solidFill>
                          <a:latin typeface="Tenorite "/>
                        </a:defRPr>
                      </a:lvl3pPr>
                      <a:lvl4pPr marL="1371600" algn="l" defTabSz="914400" rtl="0" eaLnBrk="1" latinLnBrk="0" hangingPunct="1">
                        <a:defRPr sz="1800" kern="1200">
                          <a:solidFill>
                            <a:schemeClr val="dk1"/>
                          </a:solidFill>
                          <a:latin typeface="Tenorite "/>
                        </a:defRPr>
                      </a:lvl4pPr>
                      <a:lvl5pPr marL="1828800" algn="l" defTabSz="914400" rtl="0" eaLnBrk="1" latinLnBrk="0" hangingPunct="1">
                        <a:defRPr sz="1800" kern="1200">
                          <a:solidFill>
                            <a:schemeClr val="dk1"/>
                          </a:solidFill>
                          <a:latin typeface="Tenorite "/>
                        </a:defRPr>
                      </a:lvl5pPr>
                      <a:lvl6pPr marL="2286000" algn="l" defTabSz="914400" rtl="0" eaLnBrk="1" latinLnBrk="0" hangingPunct="1">
                        <a:defRPr sz="1800" kern="1200">
                          <a:solidFill>
                            <a:schemeClr val="dk1"/>
                          </a:solidFill>
                          <a:latin typeface="Tenorite "/>
                        </a:defRPr>
                      </a:lvl6pPr>
                      <a:lvl7pPr marL="2743200" algn="l" defTabSz="914400" rtl="0" eaLnBrk="1" latinLnBrk="0" hangingPunct="1">
                        <a:defRPr sz="1800" kern="1200">
                          <a:solidFill>
                            <a:schemeClr val="dk1"/>
                          </a:solidFill>
                          <a:latin typeface="Tenorite "/>
                        </a:defRPr>
                      </a:lvl7pPr>
                      <a:lvl8pPr marL="3200400" algn="l" defTabSz="914400" rtl="0" eaLnBrk="1" latinLnBrk="0" hangingPunct="1">
                        <a:defRPr sz="1800" kern="1200">
                          <a:solidFill>
                            <a:schemeClr val="dk1"/>
                          </a:solidFill>
                          <a:latin typeface="Tenorite "/>
                        </a:defRPr>
                      </a:lvl8pPr>
                      <a:lvl9pPr marL="3657600" algn="l" defTabSz="914400" rtl="0" eaLnBrk="1" latinLnBrk="0" hangingPunct="1">
                        <a:defRPr sz="1800" kern="1200">
                          <a:solidFill>
                            <a:schemeClr val="dk1"/>
                          </a:solidFill>
                          <a:latin typeface="Tenorite "/>
                        </a:defRPr>
                      </a:lvl9pPr>
                    </a:lstStyle>
                    <a:p>
                      <a:pPr algn="ctr"/>
                      <a:r>
                        <a:rPr lang="en-US" dirty="0">
                          <a:latin typeface="+mn-lt"/>
                        </a:rPr>
                        <a:t>80</a:t>
                      </a:r>
                    </a:p>
                  </a:txBody>
                  <a:tcPr anchor="ctr"/>
                </a:tc>
                <a:tc>
                  <a:txBody>
                    <a:bodyPr/>
                    <a:lstStyle>
                      <a:lvl1pPr marL="0" algn="l" defTabSz="914400" rtl="0" eaLnBrk="1" latinLnBrk="0" hangingPunct="1">
                        <a:defRPr sz="1800" kern="1200">
                          <a:solidFill>
                            <a:schemeClr val="dk1"/>
                          </a:solidFill>
                          <a:latin typeface="Tenorite "/>
                        </a:defRPr>
                      </a:lvl1pPr>
                      <a:lvl2pPr marL="457200" algn="l" defTabSz="914400" rtl="0" eaLnBrk="1" latinLnBrk="0" hangingPunct="1">
                        <a:defRPr sz="1800" kern="1200">
                          <a:solidFill>
                            <a:schemeClr val="dk1"/>
                          </a:solidFill>
                          <a:latin typeface="Tenorite "/>
                        </a:defRPr>
                      </a:lvl2pPr>
                      <a:lvl3pPr marL="914400" algn="l" defTabSz="914400" rtl="0" eaLnBrk="1" latinLnBrk="0" hangingPunct="1">
                        <a:defRPr sz="1800" kern="1200">
                          <a:solidFill>
                            <a:schemeClr val="dk1"/>
                          </a:solidFill>
                          <a:latin typeface="Tenorite "/>
                        </a:defRPr>
                      </a:lvl3pPr>
                      <a:lvl4pPr marL="1371600" algn="l" defTabSz="914400" rtl="0" eaLnBrk="1" latinLnBrk="0" hangingPunct="1">
                        <a:defRPr sz="1800" kern="1200">
                          <a:solidFill>
                            <a:schemeClr val="dk1"/>
                          </a:solidFill>
                          <a:latin typeface="Tenorite "/>
                        </a:defRPr>
                      </a:lvl4pPr>
                      <a:lvl5pPr marL="1828800" algn="l" defTabSz="914400" rtl="0" eaLnBrk="1" latinLnBrk="0" hangingPunct="1">
                        <a:defRPr sz="1800" kern="1200">
                          <a:solidFill>
                            <a:schemeClr val="dk1"/>
                          </a:solidFill>
                          <a:latin typeface="Tenorite "/>
                        </a:defRPr>
                      </a:lvl5pPr>
                      <a:lvl6pPr marL="2286000" algn="l" defTabSz="914400" rtl="0" eaLnBrk="1" latinLnBrk="0" hangingPunct="1">
                        <a:defRPr sz="1800" kern="1200">
                          <a:solidFill>
                            <a:schemeClr val="dk1"/>
                          </a:solidFill>
                          <a:latin typeface="Tenorite "/>
                        </a:defRPr>
                      </a:lvl6pPr>
                      <a:lvl7pPr marL="2743200" algn="l" defTabSz="914400" rtl="0" eaLnBrk="1" latinLnBrk="0" hangingPunct="1">
                        <a:defRPr sz="1800" kern="1200">
                          <a:solidFill>
                            <a:schemeClr val="dk1"/>
                          </a:solidFill>
                          <a:latin typeface="Tenorite "/>
                        </a:defRPr>
                      </a:lvl7pPr>
                      <a:lvl8pPr marL="3200400" algn="l" defTabSz="914400" rtl="0" eaLnBrk="1" latinLnBrk="0" hangingPunct="1">
                        <a:defRPr sz="1800" kern="1200">
                          <a:solidFill>
                            <a:schemeClr val="dk1"/>
                          </a:solidFill>
                          <a:latin typeface="Tenorite "/>
                        </a:defRPr>
                      </a:lvl8pPr>
                      <a:lvl9pPr marL="3657600" algn="l" defTabSz="914400" rtl="0" eaLnBrk="1" latinLnBrk="0" hangingPunct="1">
                        <a:defRPr sz="1800" kern="1200">
                          <a:solidFill>
                            <a:schemeClr val="dk1"/>
                          </a:solidFill>
                          <a:latin typeface="Tenorite "/>
                        </a:defRPr>
                      </a:lvl9pPr>
                    </a:lstStyle>
                    <a:p>
                      <a:pPr algn="ctr"/>
                      <a:r>
                        <a:rPr lang="en-US" dirty="0">
                          <a:latin typeface="+mn-lt"/>
                        </a:rPr>
                        <a:t>85</a:t>
                      </a:r>
                    </a:p>
                  </a:txBody>
                  <a:tcPr anchor="ctr"/>
                </a:tc>
                <a:extLst>
                  <a:ext uri="{0D108BD9-81ED-4DB2-BD59-A6C34878D82A}">
                    <a16:rowId xmlns:a16="http://schemas.microsoft.com/office/drawing/2014/main" val="335389741"/>
                  </a:ext>
                </a:extLst>
              </a:tr>
            </a:tbl>
          </a:graphicData>
        </a:graphic>
      </p:graphicFrame>
    </p:spTree>
    <p:extLst>
      <p:ext uri="{BB962C8B-B14F-4D97-AF65-F5344CB8AC3E}">
        <p14:creationId xmlns:p14="http://schemas.microsoft.com/office/powerpoint/2010/main" val="2170071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DE810E-8E37-1D8A-245B-020E4E4C0B9F}"/>
              </a:ext>
            </a:extLst>
          </p:cNvPr>
          <p:cNvSpPr>
            <a:spLocks noGrp="1"/>
          </p:cNvSpPr>
          <p:nvPr>
            <p:ph type="title"/>
          </p:nvPr>
        </p:nvSpPr>
        <p:spPr>
          <a:xfrm>
            <a:off x="733562" y="433906"/>
            <a:ext cx="10515601" cy="1327464"/>
          </a:xfrm>
        </p:spPr>
        <p:txBody>
          <a:bodyPr/>
          <a:lstStyle/>
          <a:p>
            <a:r>
              <a:rPr lang="en-US" dirty="0"/>
              <a:t>FINAL TIPS &amp; TAKEAWAYS</a:t>
            </a:r>
          </a:p>
        </p:txBody>
      </p:sp>
      <p:sp>
        <p:nvSpPr>
          <p:cNvPr id="3" name="Content Placeholder 2">
            <a:extLst>
              <a:ext uri="{FF2B5EF4-FFF2-40B4-BE49-F238E27FC236}">
                <a16:creationId xmlns:a16="http://schemas.microsoft.com/office/drawing/2014/main" id="{7D7CECA3-144C-CD4B-9246-81B4F2E65466}"/>
              </a:ext>
            </a:extLst>
          </p:cNvPr>
          <p:cNvSpPr>
            <a:spLocks noGrp="1"/>
          </p:cNvSpPr>
          <p:nvPr>
            <p:ph sz="quarter" idx="36"/>
          </p:nvPr>
        </p:nvSpPr>
        <p:spPr>
          <a:xfrm>
            <a:off x="814302" y="2465535"/>
            <a:ext cx="7303538" cy="3427265"/>
          </a:xfrm>
        </p:spPr>
        <p:txBody>
          <a:bodyPr/>
          <a:lstStyle/>
          <a:p>
            <a:r>
              <a:rPr lang="en-US" dirty="0"/>
              <a:t>Consistent rehearsal</a:t>
            </a:r>
          </a:p>
          <a:p>
            <a:pPr lvl="1"/>
            <a:r>
              <a:rPr lang="en-US" dirty="0"/>
              <a:t>Strengthen your familiarity</a:t>
            </a:r>
          </a:p>
          <a:p>
            <a:r>
              <a:rPr lang="en-US" dirty="0"/>
              <a:t>Refine delivery style</a:t>
            </a:r>
          </a:p>
          <a:p>
            <a:pPr lvl="1"/>
            <a:r>
              <a:rPr lang="en-US" dirty="0"/>
              <a:t>Pacing, tone, and emphasis</a:t>
            </a:r>
          </a:p>
          <a:p>
            <a:r>
              <a:rPr lang="en-US" dirty="0"/>
              <a:t>Timing and transitions</a:t>
            </a:r>
          </a:p>
          <a:p>
            <a:pPr lvl="1"/>
            <a:r>
              <a:rPr lang="en-US" dirty="0"/>
              <a:t>Aim for seamless, professional delivery</a:t>
            </a:r>
          </a:p>
          <a:p>
            <a:r>
              <a:rPr lang="en-US" dirty="0"/>
              <a:t>Practice audience</a:t>
            </a:r>
          </a:p>
          <a:p>
            <a:pPr lvl="1"/>
            <a:r>
              <a:rPr lang="en-US" dirty="0"/>
              <a:t>Enlist colleagues to listen &amp; provide feedback</a:t>
            </a:r>
          </a:p>
        </p:txBody>
      </p:sp>
      <p:sp>
        <p:nvSpPr>
          <p:cNvPr id="5" name="Content Placeholder 4">
            <a:extLst>
              <a:ext uri="{FF2B5EF4-FFF2-40B4-BE49-F238E27FC236}">
                <a16:creationId xmlns:a16="http://schemas.microsoft.com/office/drawing/2014/main" id="{A33D1544-95D3-8A05-6E1B-C08C307C55D4}"/>
              </a:ext>
            </a:extLst>
          </p:cNvPr>
          <p:cNvSpPr>
            <a:spLocks noGrp="1"/>
          </p:cNvSpPr>
          <p:nvPr>
            <p:ph sz="quarter" idx="37"/>
          </p:nvPr>
        </p:nvSpPr>
        <p:spPr>
          <a:xfrm>
            <a:off x="8392160" y="2465388"/>
            <a:ext cx="2856865" cy="3427412"/>
          </a:xfrm>
        </p:spPr>
        <p:txBody>
          <a:bodyPr/>
          <a:lstStyle/>
          <a:p>
            <a:r>
              <a:rPr lang="en-US" dirty="0"/>
              <a:t>Seek feedback</a:t>
            </a:r>
          </a:p>
          <a:p>
            <a:r>
              <a:rPr lang="en-US" dirty="0"/>
              <a:t>Reflect on performance</a:t>
            </a:r>
          </a:p>
          <a:p>
            <a:r>
              <a:rPr lang="en-US" dirty="0"/>
              <a:t>Explore new techniques</a:t>
            </a:r>
          </a:p>
          <a:p>
            <a:r>
              <a:rPr lang="en-US" dirty="0"/>
              <a:t>Set personal goals</a:t>
            </a:r>
          </a:p>
          <a:p>
            <a:r>
              <a:rPr lang="en-US" dirty="0"/>
              <a:t>Iterate and adapt</a:t>
            </a:r>
          </a:p>
        </p:txBody>
      </p:sp>
      <p:sp>
        <p:nvSpPr>
          <p:cNvPr id="4" name="Slide Number Placeholder 3">
            <a:extLst>
              <a:ext uri="{FF2B5EF4-FFF2-40B4-BE49-F238E27FC236}">
                <a16:creationId xmlns:a16="http://schemas.microsoft.com/office/drawing/2014/main" id="{FD1E69EA-A9E8-C521-7C62-DA1F24879918}"/>
              </a:ext>
            </a:extLst>
          </p:cNvPr>
          <p:cNvSpPr>
            <a:spLocks noGrp="1"/>
          </p:cNvSpPr>
          <p:nvPr>
            <p:ph type="sldNum" sz="quarter" idx="12"/>
          </p:nvPr>
        </p:nvSpPr>
        <p:spPr>
          <a:xfrm>
            <a:off x="9140971" y="6226198"/>
            <a:ext cx="2743200" cy="365125"/>
          </a:xfrm>
        </p:spPr>
        <p:txBody>
          <a:bodyPr/>
          <a:lstStyle/>
          <a:p>
            <a:fld id="{FE024F78-56A6-7740-B68D-8D4D026EDF3F}" type="slidenum">
              <a:rPr lang="en-US" smtClean="0"/>
              <a:pPr/>
              <a:t>17</a:t>
            </a:fld>
            <a:endParaRPr lang="en-US" dirty="0"/>
          </a:p>
        </p:txBody>
      </p:sp>
    </p:spTree>
    <p:extLst>
      <p:ext uri="{BB962C8B-B14F-4D97-AF65-F5344CB8AC3E}">
        <p14:creationId xmlns:p14="http://schemas.microsoft.com/office/powerpoint/2010/main" val="796952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EF125C3-99F8-5ABF-1328-0370F112121B}"/>
              </a:ext>
            </a:extLst>
          </p:cNvPr>
          <p:cNvSpPr>
            <a:spLocks noGrp="1"/>
          </p:cNvSpPr>
          <p:nvPr>
            <p:ph type="title"/>
          </p:nvPr>
        </p:nvSpPr>
        <p:spPr>
          <a:xfrm>
            <a:off x="835370" y="643842"/>
            <a:ext cx="10515601" cy="1140849"/>
          </a:xfrm>
        </p:spPr>
        <p:txBody>
          <a:bodyPr/>
          <a:lstStyle/>
          <a:p>
            <a:r>
              <a:rPr lang="en-US" dirty="0"/>
              <a:t>SPEAKING ENGAGEMENT METRICS</a:t>
            </a:r>
          </a:p>
        </p:txBody>
      </p:sp>
      <p:graphicFrame>
        <p:nvGraphicFramePr>
          <p:cNvPr id="5" name="Table Placeholder 2">
            <a:extLst>
              <a:ext uri="{FF2B5EF4-FFF2-40B4-BE49-F238E27FC236}">
                <a16:creationId xmlns:a16="http://schemas.microsoft.com/office/drawing/2014/main" id="{8EEA5630-8504-C8C7-2F0C-EE6D53FDDCC5}"/>
              </a:ext>
            </a:extLst>
          </p:cNvPr>
          <p:cNvGraphicFramePr>
            <a:graphicFrameLocks noGrp="1"/>
          </p:cNvGraphicFramePr>
          <p:nvPr>
            <p:ph type="tbl" sz="quarter" idx="13"/>
            <p:extLst>
              <p:ext uri="{D42A27DB-BD31-4B8C-83A1-F6EECF244321}">
                <p14:modId xmlns:p14="http://schemas.microsoft.com/office/powerpoint/2010/main" val="3050753078"/>
              </p:ext>
            </p:extLst>
          </p:nvPr>
        </p:nvGraphicFramePr>
        <p:xfrm>
          <a:off x="835025" y="2560638"/>
          <a:ext cx="10515601" cy="3477156"/>
        </p:xfrm>
        <a:graphic>
          <a:graphicData uri="http://schemas.openxmlformats.org/drawingml/2006/table">
            <a:tbl>
              <a:tblPr firstRow="1" bandRow="1">
                <a:tableStyleId>{10A1B5D5-9B99-4C35-A422-299274C87663}</a:tableStyleId>
              </a:tblPr>
              <a:tblGrid>
                <a:gridCol w="3433998">
                  <a:extLst>
                    <a:ext uri="{9D8B030D-6E8A-4147-A177-3AD203B41FA5}">
                      <a16:colId xmlns:a16="http://schemas.microsoft.com/office/drawing/2014/main" val="127040821"/>
                    </a:ext>
                  </a:extLst>
                </a:gridCol>
                <a:gridCol w="2450892">
                  <a:extLst>
                    <a:ext uri="{9D8B030D-6E8A-4147-A177-3AD203B41FA5}">
                      <a16:colId xmlns:a16="http://schemas.microsoft.com/office/drawing/2014/main" val="149845700"/>
                    </a:ext>
                  </a:extLst>
                </a:gridCol>
                <a:gridCol w="2375942">
                  <a:extLst>
                    <a:ext uri="{9D8B030D-6E8A-4147-A177-3AD203B41FA5}">
                      <a16:colId xmlns:a16="http://schemas.microsoft.com/office/drawing/2014/main" val="3119692462"/>
                    </a:ext>
                  </a:extLst>
                </a:gridCol>
                <a:gridCol w="2254769">
                  <a:extLst>
                    <a:ext uri="{9D8B030D-6E8A-4147-A177-3AD203B41FA5}">
                      <a16:colId xmlns:a16="http://schemas.microsoft.com/office/drawing/2014/main" val="3472639139"/>
                    </a:ext>
                  </a:extLst>
                </a:gridCol>
              </a:tblGrid>
              <a:tr h="579526">
                <a:tc>
                  <a:txBody>
                    <a:bodyPr/>
                    <a:lstStyle/>
                    <a:p>
                      <a:pPr algn="ctr"/>
                      <a:r>
                        <a:rPr lang="en-US" dirty="0"/>
                        <a:t>IMPACT FACTOR</a:t>
                      </a:r>
                      <a:endParaRPr lang="en-US" b="0" dirty="0"/>
                    </a:p>
                  </a:txBody>
                  <a:tcPr anchor="ctr"/>
                </a:tc>
                <a:tc>
                  <a:txBody>
                    <a:bodyPr/>
                    <a:lstStyle/>
                    <a:p>
                      <a:pPr algn="ctr"/>
                      <a:r>
                        <a:rPr lang="en-US" dirty="0"/>
                        <a:t>MEASUREMENT</a:t>
                      </a:r>
                      <a:endParaRPr lang="en-US" b="0" dirty="0"/>
                    </a:p>
                  </a:txBody>
                  <a:tcPr anchor="ctr"/>
                </a:tc>
                <a:tc>
                  <a:txBody>
                    <a:bodyPr/>
                    <a:lstStyle/>
                    <a:p>
                      <a:pPr algn="ctr"/>
                      <a:r>
                        <a:rPr lang="en-US" dirty="0"/>
                        <a:t>TARGET</a:t>
                      </a:r>
                      <a:endParaRPr lang="en-US" b="0" dirty="0"/>
                    </a:p>
                  </a:txBody>
                  <a:tcPr anchor="ctr"/>
                </a:tc>
                <a:tc>
                  <a:txBody>
                    <a:bodyPr/>
                    <a:lstStyle/>
                    <a:p>
                      <a:pPr algn="ctr"/>
                      <a:r>
                        <a:rPr lang="en-US" dirty="0"/>
                        <a:t>ACHIEVED</a:t>
                      </a:r>
                      <a:endParaRPr lang="en-US" b="0" dirty="0"/>
                    </a:p>
                  </a:txBody>
                  <a:tcPr anchor="ctr"/>
                </a:tc>
                <a:extLst>
                  <a:ext uri="{0D108BD9-81ED-4DB2-BD59-A6C34878D82A}">
                    <a16:rowId xmlns:a16="http://schemas.microsoft.com/office/drawing/2014/main" val="3298013591"/>
                  </a:ext>
                </a:extLst>
              </a:tr>
              <a:tr h="579526">
                <a:tc>
                  <a:txBody>
                    <a:bodyPr/>
                    <a:lstStyle/>
                    <a:p>
                      <a:pPr algn="ctr"/>
                      <a:r>
                        <a:rPr lang="en-US" dirty="0"/>
                        <a:t>Audience interaction</a:t>
                      </a:r>
                    </a:p>
                  </a:txBody>
                  <a:tcPr anchor="ctr"/>
                </a:tc>
                <a:tc>
                  <a:txBody>
                    <a:bodyPr/>
                    <a:lstStyle/>
                    <a:p>
                      <a:pPr algn="ctr"/>
                      <a:r>
                        <a:rPr lang="en-US" dirty="0"/>
                        <a:t>Percentage (%)</a:t>
                      </a:r>
                    </a:p>
                  </a:txBody>
                  <a:tcPr anchor="ctr"/>
                </a:tc>
                <a:tc>
                  <a:txBody>
                    <a:bodyPr/>
                    <a:lstStyle/>
                    <a:p>
                      <a:pPr algn="ctr"/>
                      <a:r>
                        <a:rPr lang="en-US" dirty="0"/>
                        <a:t>85</a:t>
                      </a:r>
                    </a:p>
                  </a:txBody>
                  <a:tcPr anchor="ctr"/>
                </a:tc>
                <a:tc>
                  <a:txBody>
                    <a:bodyPr/>
                    <a:lstStyle/>
                    <a:p>
                      <a:pPr algn="ctr"/>
                      <a:r>
                        <a:rPr lang="en-US" dirty="0"/>
                        <a:t>88</a:t>
                      </a:r>
                    </a:p>
                  </a:txBody>
                  <a:tcPr anchor="ctr"/>
                </a:tc>
                <a:extLst>
                  <a:ext uri="{0D108BD9-81ED-4DB2-BD59-A6C34878D82A}">
                    <a16:rowId xmlns:a16="http://schemas.microsoft.com/office/drawing/2014/main" val="3873867931"/>
                  </a:ext>
                </a:extLst>
              </a:tr>
              <a:tr h="579526">
                <a:tc>
                  <a:txBody>
                    <a:bodyPr/>
                    <a:lstStyle/>
                    <a:p>
                      <a:pPr algn="ctr"/>
                      <a:r>
                        <a:rPr lang="en-US" dirty="0"/>
                        <a:t>Knowledge retention</a:t>
                      </a:r>
                    </a:p>
                  </a:txBody>
                  <a:tcPr anchor="ctr"/>
                </a:tc>
                <a:tc>
                  <a:txBody>
                    <a:bodyPr/>
                    <a:lstStyle/>
                    <a:p>
                      <a:pPr algn="ctr"/>
                      <a:r>
                        <a:rPr lang="en-US" dirty="0"/>
                        <a:t>Percentage (%)</a:t>
                      </a:r>
                    </a:p>
                  </a:txBody>
                  <a:tcPr anchor="ctr"/>
                </a:tc>
                <a:tc>
                  <a:txBody>
                    <a:bodyPr/>
                    <a:lstStyle/>
                    <a:p>
                      <a:pPr algn="ctr"/>
                      <a:r>
                        <a:rPr lang="en-US" dirty="0"/>
                        <a:t>75</a:t>
                      </a:r>
                    </a:p>
                  </a:txBody>
                  <a:tcPr anchor="ctr"/>
                </a:tc>
                <a:tc>
                  <a:txBody>
                    <a:bodyPr/>
                    <a:lstStyle/>
                    <a:p>
                      <a:pPr algn="ctr"/>
                      <a:r>
                        <a:rPr lang="en-US" dirty="0"/>
                        <a:t>80</a:t>
                      </a:r>
                    </a:p>
                  </a:txBody>
                  <a:tcPr anchor="ctr"/>
                </a:tc>
                <a:extLst>
                  <a:ext uri="{0D108BD9-81ED-4DB2-BD59-A6C34878D82A}">
                    <a16:rowId xmlns:a16="http://schemas.microsoft.com/office/drawing/2014/main" val="85209771"/>
                  </a:ext>
                </a:extLst>
              </a:tr>
              <a:tr h="579526">
                <a:tc>
                  <a:txBody>
                    <a:bodyPr/>
                    <a:lstStyle/>
                    <a:p>
                      <a:pPr algn="ctr"/>
                      <a:r>
                        <a:rPr lang="en-US" dirty="0"/>
                        <a:t>Post-presentation surveys</a:t>
                      </a:r>
                    </a:p>
                  </a:txBody>
                  <a:tcPr anchor="ctr"/>
                </a:tc>
                <a:tc>
                  <a:txBody>
                    <a:bodyPr/>
                    <a:lstStyle/>
                    <a:p>
                      <a:pPr algn="ctr"/>
                      <a:r>
                        <a:rPr lang="en-US" dirty="0"/>
                        <a:t>Average rating</a:t>
                      </a:r>
                    </a:p>
                  </a:txBody>
                  <a:tcPr anchor="ctr"/>
                </a:tc>
                <a:tc>
                  <a:txBody>
                    <a:bodyPr/>
                    <a:lstStyle/>
                    <a:p>
                      <a:pPr algn="ctr"/>
                      <a:r>
                        <a:rPr lang="en-US" dirty="0"/>
                        <a:t>4.2</a:t>
                      </a:r>
                    </a:p>
                  </a:txBody>
                  <a:tcPr anchor="ctr"/>
                </a:tc>
                <a:tc>
                  <a:txBody>
                    <a:bodyPr/>
                    <a:lstStyle/>
                    <a:p>
                      <a:pPr algn="ctr"/>
                      <a:r>
                        <a:rPr lang="en-US" dirty="0"/>
                        <a:t>4.5</a:t>
                      </a:r>
                    </a:p>
                  </a:txBody>
                  <a:tcPr anchor="ctr"/>
                </a:tc>
                <a:extLst>
                  <a:ext uri="{0D108BD9-81ED-4DB2-BD59-A6C34878D82A}">
                    <a16:rowId xmlns:a16="http://schemas.microsoft.com/office/drawing/2014/main" val="4061031278"/>
                  </a:ext>
                </a:extLst>
              </a:tr>
              <a:tr h="579526">
                <a:tc>
                  <a:txBody>
                    <a:bodyPr/>
                    <a:lstStyle/>
                    <a:p>
                      <a:pPr algn="ctr"/>
                      <a:r>
                        <a:rPr lang="en-US" dirty="0"/>
                        <a:t>Referral rate</a:t>
                      </a:r>
                    </a:p>
                  </a:txBody>
                  <a:tcPr anchor="ctr"/>
                </a:tc>
                <a:tc>
                  <a:txBody>
                    <a:bodyPr/>
                    <a:lstStyle/>
                    <a:p>
                      <a:pPr algn="ctr"/>
                      <a:r>
                        <a:rPr lang="en-US" dirty="0"/>
                        <a:t>Percentage (%)</a:t>
                      </a:r>
                    </a:p>
                  </a:txBody>
                  <a:tcPr anchor="ctr"/>
                </a:tc>
                <a:tc>
                  <a:txBody>
                    <a:bodyPr/>
                    <a:lstStyle/>
                    <a:p>
                      <a:pPr algn="ctr"/>
                      <a:r>
                        <a:rPr lang="en-US" dirty="0"/>
                        <a:t>10</a:t>
                      </a:r>
                    </a:p>
                  </a:txBody>
                  <a:tcPr anchor="ctr"/>
                </a:tc>
                <a:tc>
                  <a:txBody>
                    <a:bodyPr/>
                    <a:lstStyle/>
                    <a:p>
                      <a:pPr algn="ctr"/>
                      <a:r>
                        <a:rPr lang="en-US" dirty="0"/>
                        <a:t>12</a:t>
                      </a:r>
                    </a:p>
                  </a:txBody>
                  <a:tcPr anchor="ctr"/>
                </a:tc>
                <a:extLst>
                  <a:ext uri="{0D108BD9-81ED-4DB2-BD59-A6C34878D82A}">
                    <a16:rowId xmlns:a16="http://schemas.microsoft.com/office/drawing/2014/main" val="3591840781"/>
                  </a:ext>
                </a:extLst>
              </a:tr>
              <a:tr h="579526">
                <a:tc>
                  <a:txBody>
                    <a:bodyPr/>
                    <a:lstStyle/>
                    <a:p>
                      <a:pPr algn="ctr"/>
                      <a:r>
                        <a:rPr lang="en-US" dirty="0"/>
                        <a:t>Collaboration opportunities</a:t>
                      </a:r>
                    </a:p>
                  </a:txBody>
                  <a:tcPr anchor="ctr"/>
                </a:tc>
                <a:tc>
                  <a:txBody>
                    <a:bodyPr/>
                    <a:lstStyle/>
                    <a:p>
                      <a:pPr algn="ctr"/>
                      <a:r>
                        <a:rPr lang="en-US" dirty="0"/>
                        <a:t># of opportunities</a:t>
                      </a:r>
                    </a:p>
                  </a:txBody>
                  <a:tcPr anchor="ctr"/>
                </a:tc>
                <a:tc>
                  <a:txBody>
                    <a:bodyPr/>
                    <a:lstStyle/>
                    <a:p>
                      <a:pPr algn="ctr"/>
                      <a:r>
                        <a:rPr lang="en-US" dirty="0"/>
                        <a:t>8</a:t>
                      </a:r>
                    </a:p>
                  </a:txBody>
                  <a:tcPr anchor="ctr"/>
                </a:tc>
                <a:tc>
                  <a:txBody>
                    <a:bodyPr/>
                    <a:lstStyle/>
                    <a:p>
                      <a:pPr algn="ctr"/>
                      <a:r>
                        <a:rPr lang="en-US" dirty="0"/>
                        <a:t>10</a:t>
                      </a:r>
                    </a:p>
                  </a:txBody>
                  <a:tcPr anchor="ctr"/>
                </a:tc>
                <a:extLst>
                  <a:ext uri="{0D108BD9-81ED-4DB2-BD59-A6C34878D82A}">
                    <a16:rowId xmlns:a16="http://schemas.microsoft.com/office/drawing/2014/main" val="335389741"/>
                  </a:ext>
                </a:extLst>
              </a:tr>
            </a:tbl>
          </a:graphicData>
        </a:graphic>
      </p:graphicFrame>
      <p:sp>
        <p:nvSpPr>
          <p:cNvPr id="4" name="Slide Number Placeholder 3">
            <a:extLst>
              <a:ext uri="{FF2B5EF4-FFF2-40B4-BE49-F238E27FC236}">
                <a16:creationId xmlns:a16="http://schemas.microsoft.com/office/drawing/2014/main" id="{48EA189C-8A41-5C63-2470-06541519CBCD}"/>
              </a:ext>
            </a:extLst>
          </p:cNvPr>
          <p:cNvSpPr>
            <a:spLocks noGrp="1"/>
          </p:cNvSpPr>
          <p:nvPr>
            <p:ph type="sldNum" sz="quarter" idx="12"/>
          </p:nvPr>
        </p:nvSpPr>
        <p:spPr>
          <a:xfrm>
            <a:off x="9140971" y="6226198"/>
            <a:ext cx="2743200" cy="365125"/>
          </a:xfrm>
        </p:spPr>
        <p:txBody>
          <a:bodyPr/>
          <a:lstStyle/>
          <a:p>
            <a:fld id="{FE024F78-56A6-7740-B68D-8D4D026EDF3F}" type="slidenum">
              <a:rPr lang="en-US" smtClean="0"/>
              <a:pPr/>
              <a:t>18</a:t>
            </a:fld>
            <a:endParaRPr lang="en-US" dirty="0"/>
          </a:p>
        </p:txBody>
      </p:sp>
    </p:spTree>
    <p:extLst>
      <p:ext uri="{BB962C8B-B14F-4D97-AF65-F5344CB8AC3E}">
        <p14:creationId xmlns:p14="http://schemas.microsoft.com/office/powerpoint/2010/main" val="33040680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bg>
      <p:bgPr>
        <a:gradFill>
          <a:gsLst>
            <a:gs pos="78000">
              <a:schemeClr val="accent6">
                <a:lumMod val="50000"/>
              </a:schemeClr>
            </a:gs>
            <a:gs pos="35040">
              <a:srgbClr val="020B11"/>
            </a:gs>
            <a:gs pos="11979">
              <a:schemeClr val="accent4">
                <a:lumMod val="50000"/>
              </a:schemeClr>
            </a:gs>
            <a:gs pos="0">
              <a:schemeClr val="accent4"/>
            </a:gs>
            <a:gs pos="99000">
              <a:schemeClr val="tx2">
                <a:lumMod val="50000"/>
              </a:schemeClr>
            </a:gs>
          </a:gsLst>
          <a:lin ang="7800000" scaled="0"/>
        </a:gradFill>
        <a:effectLst/>
      </p:bgPr>
    </p:bg>
    <p:spTree>
      <p:nvGrpSpPr>
        <p:cNvPr id="1" name=""/>
        <p:cNvGrpSpPr/>
        <p:nvPr/>
      </p:nvGrpSpPr>
      <p:grpSpPr>
        <a:xfrm>
          <a:off x="0" y="0"/>
          <a:ext cx="0" cy="0"/>
          <a:chOff x="0" y="0"/>
          <a:chExt cx="0" cy="0"/>
        </a:xfrm>
      </p:grpSpPr>
      <p:sp>
        <p:nvSpPr>
          <p:cNvPr id="24" name="Title 1">
            <a:extLst>
              <a:ext uri="{FF2B5EF4-FFF2-40B4-BE49-F238E27FC236}">
                <a16:creationId xmlns:a16="http://schemas.microsoft.com/office/drawing/2014/main" id="{CE1ABEC8-43FD-4F21-A7D2-70200D86263C}"/>
              </a:ext>
            </a:extLst>
          </p:cNvPr>
          <p:cNvSpPr>
            <a:spLocks noGrp="1"/>
          </p:cNvSpPr>
          <p:nvPr>
            <p:ph type="title"/>
          </p:nvPr>
        </p:nvSpPr>
        <p:spPr>
          <a:xfrm>
            <a:off x="835831" y="173735"/>
            <a:ext cx="4409514" cy="2203704"/>
          </a:xfrm>
        </p:spPr>
        <p:txBody>
          <a:bodyPr/>
          <a:lstStyle/>
          <a:p>
            <a:r>
              <a:rPr lang="en-US" dirty="0"/>
              <a:t>THANK YOU</a:t>
            </a:r>
          </a:p>
        </p:txBody>
      </p:sp>
      <p:sp>
        <p:nvSpPr>
          <p:cNvPr id="14" name="Text Placeholder 2">
            <a:extLst>
              <a:ext uri="{FF2B5EF4-FFF2-40B4-BE49-F238E27FC236}">
                <a16:creationId xmlns:a16="http://schemas.microsoft.com/office/drawing/2014/main" id="{AE5F2E56-9F77-E1C2-EC04-EA959822CA61}"/>
              </a:ext>
            </a:extLst>
          </p:cNvPr>
          <p:cNvSpPr>
            <a:spLocks noGrp="1"/>
          </p:cNvSpPr>
          <p:nvPr>
            <p:ph sz="quarter" idx="14"/>
          </p:nvPr>
        </p:nvSpPr>
        <p:spPr>
          <a:xfrm>
            <a:off x="831850" y="3079119"/>
            <a:ext cx="4413250" cy="2752725"/>
          </a:xfrm>
        </p:spPr>
        <p:txBody>
          <a:bodyPr/>
          <a:lstStyle/>
          <a:p>
            <a:r>
              <a:rPr lang="en-US" dirty="0"/>
              <a:t>Mirjam Nilsson​</a:t>
            </a:r>
          </a:p>
          <a:p>
            <a:r>
              <a:rPr lang="en-US" dirty="0"/>
              <a:t>206-555-0146</a:t>
            </a:r>
          </a:p>
          <a:p>
            <a:r>
              <a:rPr lang="en-US" dirty="0"/>
              <a:t>mirjam@contoso.com</a:t>
            </a:r>
          </a:p>
          <a:p>
            <a:r>
              <a:rPr lang="en-US" dirty="0"/>
              <a:t>www.contoso.com</a:t>
            </a:r>
          </a:p>
        </p:txBody>
      </p:sp>
    </p:spTree>
    <p:extLst>
      <p:ext uri="{BB962C8B-B14F-4D97-AF65-F5344CB8AC3E}">
        <p14:creationId xmlns:p14="http://schemas.microsoft.com/office/powerpoint/2010/main" val="2395464980"/>
      </p:ext>
    </p:extLst>
  </p:cSld>
  <p:clrMapOvr>
    <a:masterClrMapping/>
  </p:clrMapOvr>
</p:sld>
</file>

<file path=ppt/theme/theme1.xml><?xml version="1.0" encoding="utf-8"?>
<a:theme xmlns:a="http://schemas.openxmlformats.org/drawingml/2006/main" name="Custom">
  <a:themeElements>
    <a:clrScheme name="Custom 17">
      <a:dk1>
        <a:srgbClr val="000000"/>
      </a:dk1>
      <a:lt1>
        <a:srgbClr val="FFFFFF"/>
      </a:lt1>
      <a:dk2>
        <a:srgbClr val="FC4EFB"/>
      </a:dk2>
      <a:lt2>
        <a:srgbClr val="E7E6E6"/>
      </a:lt2>
      <a:accent1>
        <a:srgbClr val="FAF24C"/>
      </a:accent1>
      <a:accent2>
        <a:srgbClr val="5EFCAC"/>
      </a:accent2>
      <a:accent3>
        <a:srgbClr val="73EBF9"/>
      </a:accent3>
      <a:accent4>
        <a:srgbClr val="316CFC"/>
      </a:accent4>
      <a:accent5>
        <a:srgbClr val="B059FD"/>
      </a:accent5>
      <a:accent6>
        <a:srgbClr val="9405FC"/>
      </a:accent6>
      <a:hlink>
        <a:srgbClr val="FFFFFF"/>
      </a:hlink>
      <a:folHlink>
        <a:srgbClr val="FFFFFF"/>
      </a:folHlink>
    </a:clrScheme>
    <a:fontScheme name="Custom 15">
      <a:majorFont>
        <a:latin typeface="Biome"/>
        <a:ea typeface=""/>
        <a:cs typeface=""/>
      </a:majorFont>
      <a:minorFont>
        <a:latin typeface="Arial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11936837_win32_SL_V11" id="{EAD6EF7B-6F25-4469-AF6A-07D6EB1461DD}" vid="{30FEA78B-2F89-4FF0-8415-E3920802C58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4137456-21FC-4AE2-8A94-BF06CAF2EB9B}">
  <ds:schemaRefs>
    <ds:schemaRef ds:uri="http://schemas.microsoft.com/sharepoint/v3/contenttype/forms"/>
  </ds:schemaRefs>
</ds:datastoreItem>
</file>

<file path=customXml/itemProps2.xml><?xml version="1.0" encoding="utf-8"?>
<ds:datastoreItem xmlns:ds="http://schemas.openxmlformats.org/officeDocument/2006/customXml" ds:itemID="{E305301E-11B3-4B9D-A588-21F3C9809371}">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C77B561B-3A65-4A22-9691-EB838E7F9B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{065DD08D-E100-4C9A-9881-F4FCF6FEA3EF}tf11936837_win32</Template>
  <TotalTime>104</TotalTime>
  <Words>690</Words>
  <Application>Microsoft Office PowerPoint</Application>
  <PresentationFormat>Widescreen</PresentationFormat>
  <Paragraphs>187</Paragraphs>
  <Slides>19</Slides>
  <Notes>15</Notes>
  <HiddenSlides>10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vt:lpstr>
      <vt:lpstr>Arial Nova</vt:lpstr>
      <vt:lpstr>Biome</vt:lpstr>
      <vt:lpstr>Calibri</vt:lpstr>
      <vt:lpstr>Custom</vt:lpstr>
      <vt:lpstr>What is new in</vt:lpstr>
      <vt:lpstr>Agenda</vt:lpstr>
      <vt:lpstr>PowerPoint Presentation</vt:lpstr>
      <vt:lpstr>What is a Vector</vt:lpstr>
      <vt:lpstr>Vector Data type</vt:lpstr>
      <vt:lpstr>Demo Setup</vt:lpstr>
      <vt:lpstr>Basic</vt:lpstr>
      <vt:lpstr>LLM SETUP</vt:lpstr>
      <vt:lpstr>Advance</vt:lpstr>
      <vt:lpstr>Overcoming </vt:lpstr>
      <vt:lpstr>ENGAGING THE AUDIENCE</vt:lpstr>
      <vt:lpstr>SELECTING VISUAL AIDS</vt:lpstr>
      <vt:lpstr>EFFECTIVE DELIVERY TECHNIQUES</vt:lpstr>
      <vt:lpstr>NAVIGATING Q&amp;A SESSIONS</vt:lpstr>
      <vt:lpstr>SPEAKING IMPACT</vt:lpstr>
      <vt:lpstr>DYNAMIC DELIVERY</vt:lpstr>
      <vt:lpstr>FINAL TIPS &amp; TAKEAWAYS</vt:lpstr>
      <vt:lpstr>SPEAKING ENGAGEMENT METRICS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Said Salomon</dc:creator>
  <cp:lastModifiedBy>Said Salomon</cp:lastModifiedBy>
  <cp:revision>1</cp:revision>
  <dcterms:created xsi:type="dcterms:W3CDTF">2025-10-29T21:29:51Z</dcterms:created>
  <dcterms:modified xsi:type="dcterms:W3CDTF">2025-11-05T23:08:04Z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