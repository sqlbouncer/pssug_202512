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342" r:id="rId5"/>
    <p:sldId id="359" r:id="rId6"/>
    <p:sldId id="373" r:id="rId7"/>
    <p:sldId id="383" r:id="rId8"/>
    <p:sldId id="382" r:id="rId9"/>
    <p:sldId id="374" r:id="rId10"/>
    <p:sldId id="375" r:id="rId11"/>
    <p:sldId id="365" r:id="rId12"/>
    <p:sldId id="376" r:id="rId13"/>
    <p:sldId id="377" r:id="rId14"/>
    <p:sldId id="378" r:id="rId15"/>
    <p:sldId id="379" r:id="rId16"/>
    <p:sldId id="380" r:id="rId17"/>
    <p:sldId id="381" r:id="rId18"/>
    <p:sldId id="3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8D176D-675C-4E70-91FC-14F29171721C}" v="3" dt="2025-10-29T21:52:48.053"/>
  </p1510:revLst>
</p1510:revInfo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 showGuides="1">
      <p:cViewPr varScale="1">
        <p:scale>
          <a:sx n="93" d="100"/>
          <a:sy n="93" d="100"/>
        </p:scale>
        <p:origin x="1272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d Salomon" userId="eac27f7e7e547993" providerId="LiveId" clId="{5C6D2034-25CF-4C21-B599-846C40023CBB}"/>
    <pc:docChg chg="undo custSel addSld modSld sldOrd">
      <pc:chgData name="Said Salomon" userId="eac27f7e7e547993" providerId="LiveId" clId="{5C6D2034-25CF-4C21-B599-846C40023CBB}" dt="2025-10-29T21:57:35.946" v="651"/>
      <pc:docMkLst>
        <pc:docMk/>
      </pc:docMkLst>
      <pc:sldChg chg="addSp modSp mod">
        <pc:chgData name="Said Salomon" userId="eac27f7e7e547993" providerId="LiveId" clId="{5C6D2034-25CF-4C21-B599-846C40023CBB}" dt="2025-10-29T21:54:01.109" v="575" actId="1076"/>
        <pc:sldMkLst>
          <pc:docMk/>
          <pc:sldMk cId="2498031464" sldId="342"/>
        </pc:sldMkLst>
        <pc:spChg chg="mod">
          <ac:chgData name="Said Salomon" userId="eac27f7e7e547993" providerId="LiveId" clId="{5C6D2034-25CF-4C21-B599-846C40023CBB}" dt="2025-10-29T21:53:48.419" v="573" actId="20577"/>
          <ac:spMkLst>
            <pc:docMk/>
            <pc:sldMk cId="2498031464" sldId="342"/>
            <ac:spMk id="9" creationId="{2981AB9E-AF0F-CAD0-2DD2-D640FB871E66}"/>
          </ac:spMkLst>
        </pc:spChg>
        <pc:spChg chg="mod">
          <ac:chgData name="Said Salomon" userId="eac27f7e7e547993" providerId="LiveId" clId="{5C6D2034-25CF-4C21-B599-846C40023CBB}" dt="2025-10-29T21:53:37.654" v="565" actId="6549"/>
          <ac:spMkLst>
            <pc:docMk/>
            <pc:sldMk cId="2498031464" sldId="342"/>
            <ac:spMk id="12" creationId="{997874EA-2F67-60CD-631F-5A787057F8CE}"/>
          </ac:spMkLst>
        </pc:spChg>
        <pc:picChg chg="add mod">
          <ac:chgData name="Said Salomon" userId="eac27f7e7e547993" providerId="LiveId" clId="{5C6D2034-25CF-4C21-B599-846C40023CBB}" dt="2025-10-29T21:54:01.109" v="575" actId="1076"/>
          <ac:picMkLst>
            <pc:docMk/>
            <pc:sldMk cId="2498031464" sldId="342"/>
            <ac:picMk id="3" creationId="{80FAE052-9B42-9994-A0CC-6400694DCD1D}"/>
          </ac:picMkLst>
        </pc:picChg>
      </pc:sldChg>
      <pc:sldChg chg="addSp delSp modSp mod setBg modClrScheme chgLayout">
        <pc:chgData name="Said Salomon" userId="eac27f7e7e547993" providerId="LiveId" clId="{5C6D2034-25CF-4C21-B599-846C40023CBB}" dt="2025-10-29T21:51:55.338" v="551" actId="962"/>
        <pc:sldMkLst>
          <pc:docMk/>
          <pc:sldMk cId="1460159330" sldId="359"/>
        </pc:sldMkLst>
        <pc:spChg chg="add del mod ord">
          <ac:chgData name="Said Salomon" userId="eac27f7e7e547993" providerId="LiveId" clId="{5C6D2034-25CF-4C21-B599-846C40023CBB}" dt="2025-10-29T21:49:33.419" v="547" actId="700"/>
          <ac:spMkLst>
            <pc:docMk/>
            <pc:sldMk cId="1460159330" sldId="359"/>
            <ac:spMk id="2" creationId="{D672C32A-C45B-EFA1-EE4E-2E74BFCC57A2}"/>
          </ac:spMkLst>
        </pc:spChg>
        <pc:spChg chg="mod ord">
          <ac:chgData name="Said Salomon" userId="eac27f7e7e547993" providerId="LiveId" clId="{5C6D2034-25CF-4C21-B599-846C40023CBB}" dt="2025-10-29T21:49:54.202" v="548" actId="26606"/>
          <ac:spMkLst>
            <pc:docMk/>
            <pc:sldMk cId="1460159330" sldId="359"/>
            <ac:spMk id="7" creationId="{1A2458FF-0D0C-4ACC-C6FB-103BC0BADCCD}"/>
          </ac:spMkLst>
        </pc:spChg>
        <pc:spChg chg="mod ord">
          <ac:chgData name="Said Salomon" userId="eac27f7e7e547993" providerId="LiveId" clId="{5C6D2034-25CF-4C21-B599-846C40023CBB}" dt="2025-10-29T21:49:54.202" v="548" actId="26606"/>
          <ac:spMkLst>
            <pc:docMk/>
            <pc:sldMk cId="1460159330" sldId="359"/>
            <ac:spMk id="31" creationId="{F1239C0E-3F39-787D-0FC3-6B7C9BA37E8F}"/>
          </ac:spMkLst>
        </pc:spChg>
        <pc:spChg chg="add del mod">
          <ac:chgData name="Said Salomon" userId="eac27f7e7e547993" providerId="LiveId" clId="{5C6D2034-25CF-4C21-B599-846C40023CBB}" dt="2025-10-29T21:51:54.907" v="549" actId="931"/>
          <ac:spMkLst>
            <pc:docMk/>
            <pc:sldMk cId="1460159330" sldId="359"/>
            <ac:spMk id="36" creationId="{612C951A-0F52-74F7-76EB-7AB1EEE11748}"/>
          </ac:spMkLst>
        </pc:spChg>
        <pc:spChg chg="add mod">
          <ac:chgData name="Said Salomon" userId="eac27f7e7e547993" providerId="LiveId" clId="{5C6D2034-25CF-4C21-B599-846C40023CBB}" dt="2025-10-29T21:49:54.202" v="548" actId="26606"/>
          <ac:spMkLst>
            <pc:docMk/>
            <pc:sldMk cId="1460159330" sldId="359"/>
            <ac:spMk id="38" creationId="{81B5225E-0EE7-05FA-0C9A-E2B99AA57204}"/>
          </ac:spMkLst>
        </pc:spChg>
        <pc:picChg chg="add mod">
          <ac:chgData name="Said Salomon" userId="eac27f7e7e547993" providerId="LiveId" clId="{5C6D2034-25CF-4C21-B599-846C40023CBB}" dt="2025-10-29T21:51:55.338" v="551" actId="962"/>
          <ac:picMkLst>
            <pc:docMk/>
            <pc:sldMk cId="1460159330" sldId="359"/>
            <ac:picMk id="4" creationId="{8B850849-E83C-6FFB-51F4-78A5C377FD9B}"/>
          </ac:picMkLst>
        </pc:picChg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1330733909" sldId="365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2395464980" sldId="372"/>
        </pc:sldMkLst>
      </pc:sldChg>
      <pc:sldChg chg="addSp delSp modSp mod">
        <pc:chgData name="Said Salomon" userId="eac27f7e7e547993" providerId="LiveId" clId="{5C6D2034-25CF-4C21-B599-846C40023CBB}" dt="2025-10-29T21:55:46.165" v="615" actId="20577"/>
        <pc:sldMkLst>
          <pc:docMk/>
          <pc:sldMk cId="1397193754" sldId="373"/>
        </pc:sldMkLst>
        <pc:spChg chg="del">
          <ac:chgData name="Said Salomon" userId="eac27f7e7e547993" providerId="LiveId" clId="{5C6D2034-25CF-4C21-B599-846C40023CBB}" dt="2025-10-29T21:54:53.995" v="576" actId="478"/>
          <ac:spMkLst>
            <pc:docMk/>
            <pc:sldMk cId="1397193754" sldId="373"/>
            <ac:spMk id="2" creationId="{E117F7C5-CBA2-9823-0CBA-5BD773998046}"/>
          </ac:spMkLst>
        </pc:spChg>
        <pc:spChg chg="mod">
          <ac:chgData name="Said Salomon" userId="eac27f7e7e547993" providerId="LiveId" clId="{5C6D2034-25CF-4C21-B599-846C40023CBB}" dt="2025-10-29T21:55:30.245" v="605" actId="20577"/>
          <ac:spMkLst>
            <pc:docMk/>
            <pc:sldMk cId="1397193754" sldId="373"/>
            <ac:spMk id="4" creationId="{260D053B-A40A-3228-B6D5-3371B9EE2E56}"/>
          </ac:spMkLst>
        </pc:spChg>
        <pc:spChg chg="add mod">
          <ac:chgData name="Said Salomon" userId="eac27f7e7e547993" providerId="LiveId" clId="{5C6D2034-25CF-4C21-B599-846C40023CBB}" dt="2025-10-29T21:55:46.165" v="615" actId="20577"/>
          <ac:spMkLst>
            <pc:docMk/>
            <pc:sldMk cId="1397193754" sldId="373"/>
            <ac:spMk id="6" creationId="{C4899B60-87A1-1D6B-E090-52C6F97BCC72}"/>
          </ac:spMkLst>
        </pc:spChg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598144966" sldId="374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1962637282" sldId="375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1073601555" sldId="376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2728059627" sldId="377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910315636" sldId="378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2170071140" sldId="379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79695288" sldId="380"/>
        </pc:sldMkLst>
      </pc:sldChg>
      <pc:sldChg chg="mod modShow">
        <pc:chgData name="Said Salomon" userId="eac27f7e7e547993" providerId="LiveId" clId="{5C6D2034-25CF-4C21-B599-846C40023CBB}" dt="2025-10-29T21:56:15.245" v="616" actId="729"/>
        <pc:sldMkLst>
          <pc:docMk/>
          <pc:sldMk cId="3304068007" sldId="381"/>
        </pc:sldMkLst>
      </pc:sldChg>
      <pc:sldChg chg="modSp add mod">
        <pc:chgData name="Said Salomon" userId="eac27f7e7e547993" providerId="LiveId" clId="{5C6D2034-25CF-4C21-B599-846C40023CBB}" dt="2025-10-29T21:56:38.723" v="624" actId="20577"/>
        <pc:sldMkLst>
          <pc:docMk/>
          <pc:sldMk cId="1684862160" sldId="382"/>
        </pc:sldMkLst>
        <pc:spChg chg="mod">
          <ac:chgData name="Said Salomon" userId="eac27f7e7e547993" providerId="LiveId" clId="{5C6D2034-25CF-4C21-B599-846C40023CBB}" dt="2025-10-29T21:56:38.723" v="624" actId="20577"/>
          <ac:spMkLst>
            <pc:docMk/>
            <pc:sldMk cId="1684862160" sldId="382"/>
            <ac:spMk id="6" creationId="{71E7E31B-C6C2-4E6B-6592-038441F8BBB5}"/>
          </ac:spMkLst>
        </pc:spChg>
      </pc:sldChg>
      <pc:sldChg chg="modSp add mod ord">
        <pc:chgData name="Said Salomon" userId="eac27f7e7e547993" providerId="LiveId" clId="{5C6D2034-25CF-4C21-B599-846C40023CBB}" dt="2025-10-29T21:57:35.946" v="651"/>
        <pc:sldMkLst>
          <pc:docMk/>
          <pc:sldMk cId="3587703786" sldId="383"/>
        </pc:sldMkLst>
        <pc:spChg chg="mod">
          <ac:chgData name="Said Salomon" userId="eac27f7e7e547993" providerId="LiveId" clId="{5C6D2034-25CF-4C21-B599-846C40023CBB}" dt="2025-10-29T21:57:25.171" v="649" actId="20577"/>
          <ac:spMkLst>
            <pc:docMk/>
            <pc:sldMk cId="3587703786" sldId="383"/>
            <ac:spMk id="6" creationId="{B501F9F2-6D3B-BC2E-57E0-E63F5B00486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10/29/2025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10/29/2025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0E9C6-F662-A757-0D97-BEFCB008E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6DB57E-A79D-D677-07CC-0153DE4A8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0446D6-BFF0-9740-65F1-EF1A0FF6A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10CF5-027A-3630-B0F0-70CF38295A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7184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63656-32E8-64AA-C1C4-C9222E98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21CA9-50F2-A03F-2939-0413D9D6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37325-AFE3-70A2-EF45-15AE72301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C28D2-875E-5FE2-C1F9-FC4F8A4EF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252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199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36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100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en-US" dirty="0"/>
              <a:t>What is new in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en-US" dirty="0"/>
              <a:t>SQL 2025</a:t>
            </a:r>
          </a:p>
        </p:txBody>
      </p:sp>
      <p:pic>
        <p:nvPicPr>
          <p:cNvPr id="3" name="Picture 2" descr="A logo with text on it&#10;&#10;AI-generated content may be incorrect.">
            <a:extLst>
              <a:ext uri="{FF2B5EF4-FFF2-40B4-BE49-F238E27FC236}">
                <a16:creationId xmlns:a16="http://schemas.microsoft.com/office/drawing/2014/main" id="{80FAE052-9B42-9994-A0CC-6400694DC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807" y="4350703"/>
            <a:ext cx="4459840" cy="204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 anchor="b">
            <a:normAutofit/>
          </a:bodyPr>
          <a:lstStyle/>
          <a:p>
            <a:r>
              <a:rPr lang="en-US" dirty="0"/>
              <a:t>Agenda</a:t>
            </a:r>
          </a:p>
        </p:txBody>
      </p:sp>
      <p:pic>
        <p:nvPicPr>
          <p:cNvPr id="4" name="Content Placeholder 3" descr="A logo with text on it&#10;&#10;AI-generated content may be incorrect.">
            <a:extLst>
              <a:ext uri="{FF2B5EF4-FFF2-40B4-BE49-F238E27FC236}">
                <a16:creationId xmlns:a16="http://schemas.microsoft.com/office/drawing/2014/main" id="{8B850849-E83C-6FFB-51F4-78A5C377FD9B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3"/>
          <a:stretch>
            <a:fillRect/>
          </a:stretch>
        </p:blipFill>
        <p:spPr>
          <a:xfrm>
            <a:off x="2373313" y="3317657"/>
            <a:ext cx="4014787" cy="1843524"/>
          </a:xfrm>
        </p:spPr>
      </p:pic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995159" y="2474811"/>
            <a:ext cx="4227332" cy="352839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100"/>
              <a:t>What is new in SQL 2025 brief overview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100"/>
              <a:t>New JSON data type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100"/>
              <a:t>New Vector Data type</a:t>
            </a:r>
          </a:p>
          <a:p>
            <a:pPr marL="1085850" lvl="1" indent="-285750">
              <a:lnSpc>
                <a:spcPct val="110000"/>
              </a:lnSpc>
            </a:pPr>
            <a:r>
              <a:rPr lang="en-US" sz="1100"/>
              <a:t>What is a Vector in SQL 2025</a:t>
            </a:r>
          </a:p>
          <a:p>
            <a:pPr marL="1085850" lvl="1" indent="-285750">
              <a:lnSpc>
                <a:spcPct val="110000"/>
              </a:lnSpc>
            </a:pPr>
            <a:r>
              <a:rPr lang="en-US" sz="1100"/>
              <a:t>Using Vector with LLM / AI</a:t>
            </a:r>
          </a:p>
          <a:p>
            <a:pPr marL="1543050" lvl="2" indent="-285750">
              <a:lnSpc>
                <a:spcPct val="110000"/>
              </a:lnSpc>
            </a:pPr>
            <a:r>
              <a:rPr lang="en-US" sz="1100"/>
              <a:t>New Functions for Vectors</a:t>
            </a:r>
          </a:p>
          <a:p>
            <a:pPr marL="1085850" lvl="1" indent="-285750">
              <a:lnSpc>
                <a:spcPct val="110000"/>
              </a:lnSpc>
            </a:pPr>
            <a:r>
              <a:rPr lang="en-US" sz="1100"/>
              <a:t>Basic Demo</a:t>
            </a:r>
          </a:p>
          <a:p>
            <a:pPr marL="1085850" lvl="1" indent="-285750">
              <a:lnSpc>
                <a:spcPct val="110000"/>
              </a:lnSpc>
            </a:pPr>
            <a:r>
              <a:rPr lang="en-US" sz="1100"/>
              <a:t>Advanced Demo</a:t>
            </a:r>
          </a:p>
          <a:p>
            <a:pPr marL="1543050" lvl="2" indent="-285750">
              <a:lnSpc>
                <a:spcPct val="110000"/>
              </a:lnSpc>
            </a:pPr>
            <a:r>
              <a:rPr lang="en-US" sz="1100"/>
              <a:t>Setup LLM for demo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100"/>
              <a:t>Sources and extras</a:t>
            </a:r>
          </a:p>
          <a:p>
            <a:pPr marL="285750" indent="-285750">
              <a:lnSpc>
                <a:spcPct val="110000"/>
              </a:lnSpc>
            </a:pPr>
            <a:r>
              <a:rPr lang="en-US" sz="1100"/>
              <a:t>	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81B5225E-0EE7-05FA-0C9A-E2B99AA57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8" y="3484615"/>
            <a:ext cx="11562303" cy="2387865"/>
          </a:xfrm>
        </p:spPr>
        <p:txBody>
          <a:bodyPr/>
          <a:lstStyle/>
          <a:p>
            <a:r>
              <a:rPr lang="en-US" dirty="0"/>
              <a:t>Vector Demo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4899B60-87A1-1D6B-E090-52C6F97BC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</a:t>
            </a:r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BA05-8292-8036-4638-B6C9D9C49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E2C49E47-25FF-8858-00AF-45AB41BFB9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8" y="3484615"/>
            <a:ext cx="11562303" cy="2387865"/>
          </a:xfrm>
        </p:spPr>
        <p:txBody>
          <a:bodyPr/>
          <a:lstStyle/>
          <a:p>
            <a:r>
              <a:rPr lang="en-US" dirty="0"/>
              <a:t>Vector Demo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C85C7-C248-CD85-78E8-3EFF86F4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501F9F2-6D3B-BC2E-57E0-E63F5B00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SETUP</a:t>
            </a:r>
          </a:p>
        </p:txBody>
      </p:sp>
    </p:spTree>
    <p:extLst>
      <p:ext uri="{BB962C8B-B14F-4D97-AF65-F5344CB8AC3E}">
        <p14:creationId xmlns:p14="http://schemas.microsoft.com/office/powerpoint/2010/main" val="3587703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06955-8A65-AC52-2B81-EAAD1592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4722C5E9-86A7-4A8C-1E8F-91180A577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8" y="3484615"/>
            <a:ext cx="11562303" cy="2387865"/>
          </a:xfrm>
        </p:spPr>
        <p:txBody>
          <a:bodyPr/>
          <a:lstStyle/>
          <a:p>
            <a:r>
              <a:rPr lang="en-US" dirty="0"/>
              <a:t>Vector Demo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C6E5DB-2FBF-DBCF-9FC7-5DFDE7D4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1E7E31B-C6C2-4E6B-6592-038441F8B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</a:t>
            </a:r>
          </a:p>
        </p:txBody>
      </p:sp>
    </p:spTree>
    <p:extLst>
      <p:ext uri="{BB962C8B-B14F-4D97-AF65-F5344CB8AC3E}">
        <p14:creationId xmlns:p14="http://schemas.microsoft.com/office/powerpoint/2010/main" val="1684862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EFE388-CD0B-9671-4D4E-D6D8004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891" y="511762"/>
            <a:ext cx="4960830" cy="2785158"/>
          </a:xfrm>
        </p:spPr>
        <p:txBody>
          <a:bodyPr/>
          <a:lstStyle/>
          <a:p>
            <a:r>
              <a:rPr lang="en-US" dirty="0"/>
              <a:t>Overcoming 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2640" y="3484615"/>
            <a:ext cx="4958081" cy="2387865"/>
          </a:xfrm>
        </p:spPr>
        <p:txBody>
          <a:bodyPr/>
          <a:lstStyle/>
          <a:p>
            <a:r>
              <a:rPr lang="en-US" dirty="0"/>
              <a:t>Nervousness</a:t>
            </a:r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E1DBD4C7-D952-4426-40FD-8799F80F82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/>
          <a:p>
            <a:r>
              <a:rPr lang="en-US" dirty="0"/>
              <a:t>SELECTING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15774B0-D971-67D7-27EB-FDB82B3A5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32448" y="3962135"/>
            <a:ext cx="6327105" cy="2653771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29A4-AAFD-04EE-0732-0671E83D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FEE91-E849-1CB0-9E51-A58B99C631C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2" y="2474811"/>
            <a:ext cx="4015098" cy="3528397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74F1A-D233-C240-B22D-F82C6161FAC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995159" y="2474811"/>
            <a:ext cx="4227332" cy="3528397"/>
          </a:xfrm>
        </p:spPr>
        <p:txBody>
          <a:bodyPr/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23533-91C6-420C-B7D7-4977ACF7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175D3-F3DC-695F-474B-346EDCA5D60F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3774587" cy="3723753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0D91C-D5C0-248C-26D3-DE7C7C72E632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927600" y="2465539"/>
            <a:ext cx="6315069" cy="3723753"/>
          </a:xfrm>
        </p:spPr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627" y="173736"/>
            <a:ext cx="4352662" cy="2203704"/>
          </a:xfrm>
        </p:spPr>
        <p:txBody>
          <a:bodyPr/>
          <a:lstStyle/>
          <a:p>
            <a:pPr lvl="0"/>
            <a:r>
              <a:rPr lang="en-US" noProof="0" dirty="0"/>
              <a:t>SPEAKING IMPACT</a:t>
            </a:r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05B64636-376E-96D4-B550-D764B2C6A6A7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2" b="202"/>
          <a:stretch/>
        </p:blipFill>
        <p:spPr>
          <a:xfrm>
            <a:off x="336550" y="336550"/>
            <a:ext cx="5303640" cy="61849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889627" y="3104277"/>
            <a:ext cx="4371560" cy="3022201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E3104-398C-EF95-D86E-630F51248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171396"/>
            <a:ext cx="3736630" cy="2202350"/>
          </a:xfrm>
        </p:spPr>
        <p:txBody>
          <a:bodyPr/>
          <a:lstStyle/>
          <a:p>
            <a:pPr lvl="0"/>
            <a:r>
              <a:rPr lang="en-US" noProof="0" dirty="0"/>
              <a:t>DYNAMIC DELIVERY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28E6B-D306-C2F9-54E9-FD35599AC24B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41716" y="3078480"/>
            <a:ext cx="3108193" cy="3047997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67588EB3-ED1D-6AD3-5960-55BD64293774}"/>
              </a:ext>
            </a:extLst>
          </p:cNvPr>
          <p:cNvGraphicFramePr>
            <a:graphicFrameLocks noGrp="1"/>
          </p:cNvGraphicFramePr>
          <p:nvPr>
            <p:ph type="tbl" sz="quarter" idx="37"/>
            <p:extLst>
              <p:ext uri="{D42A27DB-BD31-4B8C-83A1-F6EECF244321}">
                <p14:modId xmlns:p14="http://schemas.microsoft.com/office/powerpoint/2010/main" val="1366282485"/>
              </p:ext>
            </p:extLst>
          </p:nvPr>
        </p:nvGraphicFramePr>
        <p:xfrm>
          <a:off x="5067300" y="404813"/>
          <a:ext cx="6705602" cy="604948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932147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420655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924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METRIC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MEASUREMENT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TARGET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ACTUAL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106484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071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810E-8E37-1D8A-245B-020E4E4C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CECA3-144C-CD4B-9246-81B4F2E6546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4302" y="2465535"/>
            <a:ext cx="7303538" cy="3427265"/>
          </a:xfrm>
        </p:spPr>
        <p:txBody>
          <a:bodyPr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3D1544-95D3-8A05-6E1B-C08C307C55D4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8392160" y="2465388"/>
            <a:ext cx="2856865" cy="3427412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E69EA-A9E8-C521-7C62-DA1F2487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95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125C3-99F8-5ABF-1328-0370F1121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643842"/>
            <a:ext cx="10515601" cy="1140849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8EEA5630-8504-C8C7-2F0C-EE6D53FDDCC5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050753078"/>
              </p:ext>
            </p:extLst>
          </p:nvPr>
        </p:nvGraphicFramePr>
        <p:xfrm>
          <a:off x="835025" y="2560638"/>
          <a:ext cx="10515601" cy="3477156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4339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450892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2375942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225476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  <a:endParaRPr 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A189C-8A41-5C63-2470-06541519C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068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831" y="173735"/>
            <a:ext cx="4409514" cy="220370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E5F2E56-9F77-E1C2-EC04-EA959822CA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850" y="3079119"/>
            <a:ext cx="4413250" cy="2752725"/>
          </a:xfrm>
        </p:spPr>
        <p:txBody>
          <a:bodyPr/>
          <a:lstStyle/>
          <a:p>
            <a:r>
              <a:rPr lang="en-US" dirty="0"/>
              <a:t>Mirjam Nilsson​</a:t>
            </a:r>
          </a:p>
          <a:p>
            <a:r>
              <a:rPr lang="en-US" dirty="0"/>
              <a:t>206-555-0146</a:t>
            </a:r>
          </a:p>
          <a:p>
            <a:r>
              <a:rPr lang="en-US" dirty="0"/>
              <a:t>mirjam@contoso.com</a:t>
            </a:r>
          </a:p>
          <a:p>
            <a:r>
              <a:rPr lang="en-US" dirty="0"/>
              <a:t>www.contoso.com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{065DD08D-E100-4C9A-9881-F4FCF6FEA3EF}tf11936837_win32</Template>
  <TotalTime>27</TotalTime>
  <Words>478</Words>
  <Application>Microsoft Office PowerPoint</Application>
  <PresentationFormat>Widescreen</PresentationFormat>
  <Paragraphs>148</Paragraphs>
  <Slides>15</Slides>
  <Notes>15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Arial Nova</vt:lpstr>
      <vt:lpstr>Biome</vt:lpstr>
      <vt:lpstr>Calibri</vt:lpstr>
      <vt:lpstr>Custom</vt:lpstr>
      <vt:lpstr>What is new in</vt:lpstr>
      <vt:lpstr>Agenda</vt:lpstr>
      <vt:lpstr>Basic</vt:lpstr>
      <vt:lpstr>LLM SETUP</vt:lpstr>
      <vt:lpstr>Advance</vt:lpstr>
      <vt:lpstr>Overcoming 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Said Salomon</dc:creator>
  <cp:lastModifiedBy>Said Salomon</cp:lastModifiedBy>
  <cp:revision>1</cp:revision>
  <dcterms:created xsi:type="dcterms:W3CDTF">2025-10-29T21:29:51Z</dcterms:created>
  <dcterms:modified xsi:type="dcterms:W3CDTF">2025-10-29T21:57:44Z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