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22"/>
  </p:notesMasterIdLst>
  <p:handoutMasterIdLst>
    <p:handoutMasterId r:id="rId23"/>
  </p:handoutMasterIdLst>
  <p:sldIdLst>
    <p:sldId id="342" r:id="rId5"/>
    <p:sldId id="389" r:id="rId6"/>
    <p:sldId id="359" r:id="rId7"/>
    <p:sldId id="390" r:id="rId8"/>
    <p:sldId id="391" r:id="rId9"/>
    <p:sldId id="392" r:id="rId10"/>
    <p:sldId id="393" r:id="rId11"/>
    <p:sldId id="394" r:id="rId12"/>
    <p:sldId id="395" r:id="rId13"/>
    <p:sldId id="396" r:id="rId14"/>
    <p:sldId id="386" r:id="rId15"/>
    <p:sldId id="387" r:id="rId16"/>
    <p:sldId id="385" r:id="rId17"/>
    <p:sldId id="373" r:id="rId18"/>
    <p:sldId id="382" r:id="rId19"/>
    <p:sldId id="388" r:id="rId20"/>
    <p:sldId id="372"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3FBFE"/>
    <a:srgbClr val="000000"/>
    <a:srgbClr val="FFFFFF"/>
    <a:srgbClr val="05202E"/>
    <a:srgbClr val="05152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ECFA789-22A6-40F7-8B88-D439181DFBD0}" v="57" dt="2025-12-08T02:14:55.336"/>
  </p1510:revLst>
</p1510:revInfo>
</file>

<file path=ppt/tableStyles.xml><?xml version="1.0" encoding="utf-8"?>
<a:tblStyleLst xmlns:a="http://schemas.openxmlformats.org/drawingml/2006/main" def="{10A1B5D5-9B99-4C35-A422-299274C87663}">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5388" autoAdjust="0"/>
  </p:normalViewPr>
  <p:slideViewPr>
    <p:cSldViewPr snapToGrid="0" snapToObjects="1" showGuides="1">
      <p:cViewPr varScale="1">
        <p:scale>
          <a:sx n="97" d="100"/>
          <a:sy n="97" d="100"/>
        </p:scale>
        <p:origin x="1110" y="306"/>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snapToObjects="1">
      <p:cViewPr varScale="1">
        <p:scale>
          <a:sx n="67" d="100"/>
          <a:sy n="67" d="100"/>
        </p:scale>
        <p:origin x="3120" y="7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handoutMaster" Target="handoutMasters/handoutMaster1.xml"/><Relationship Id="rId28" Type="http://schemas.microsoft.com/office/2016/11/relationships/changesInfo" Target="changesInfos/changesInfo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notesMaster" Target="notesMasters/notesMaster1.xml"/><Relationship Id="rId27" Type="http://schemas.openxmlformats.org/officeDocument/2006/relationships/tableStyles" Target="tableStyles.xml"/><Relationship Id="rId30"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id Salomon" userId="eac27f7e7e547993" providerId="LiveId" clId="{5C6D2034-25CF-4C21-B599-846C40023CBB}"/>
    <pc:docChg chg="undo custSel addSld delSld modSld sldOrd">
      <pc:chgData name="Said Salomon" userId="eac27f7e7e547993" providerId="LiveId" clId="{5C6D2034-25CF-4C21-B599-846C40023CBB}" dt="2025-12-08T02:14:55.336" v="5388"/>
      <pc:docMkLst>
        <pc:docMk/>
      </pc:docMkLst>
      <pc:sldChg chg="addSp delSp modSp mod setBg modClrScheme chgLayout">
        <pc:chgData name="Said Salomon" userId="eac27f7e7e547993" providerId="LiveId" clId="{5C6D2034-25CF-4C21-B599-846C40023CBB}" dt="2025-12-07T20:19:14.819" v="2126" actId="20577"/>
        <pc:sldMkLst>
          <pc:docMk/>
          <pc:sldMk cId="1460159330" sldId="359"/>
        </pc:sldMkLst>
        <pc:spChg chg="mod ord">
          <ac:chgData name="Said Salomon" userId="eac27f7e7e547993" providerId="LiveId" clId="{5C6D2034-25CF-4C21-B599-846C40023CBB}" dt="2025-12-07T20:19:14.819" v="2126" actId="20577"/>
          <ac:spMkLst>
            <pc:docMk/>
            <pc:sldMk cId="1460159330" sldId="359"/>
            <ac:spMk id="31" creationId="{F1239C0E-3F39-787D-0FC3-6B7C9BA37E8F}"/>
          </ac:spMkLst>
        </pc:spChg>
      </pc:sldChg>
      <pc:sldChg chg="modSp mod ord modShow">
        <pc:chgData name="Said Salomon" userId="eac27f7e7e547993" providerId="LiveId" clId="{5C6D2034-25CF-4C21-B599-846C40023CBB}" dt="2025-11-08T21:01:57.829" v="2090"/>
        <pc:sldMkLst>
          <pc:docMk/>
          <pc:sldMk cId="2395464980" sldId="372"/>
        </pc:sldMkLst>
        <pc:spChg chg="mod">
          <ac:chgData name="Said Salomon" userId="eac27f7e7e547993" providerId="LiveId" clId="{5C6D2034-25CF-4C21-B599-846C40023CBB}" dt="2025-11-08T21:01:15.159" v="2088"/>
          <ac:spMkLst>
            <pc:docMk/>
            <pc:sldMk cId="2395464980" sldId="372"/>
            <ac:spMk id="14" creationId="{AE5F2E56-9F77-E1C2-EC04-EA959822CA61}"/>
          </ac:spMkLst>
        </pc:spChg>
      </pc:sldChg>
      <pc:sldChg chg="modSp del mod">
        <pc:chgData name="Said Salomon" userId="eac27f7e7e547993" providerId="LiveId" clId="{5C6D2034-25CF-4C21-B599-846C40023CBB}" dt="2025-12-08T02:13:15.084" v="5354" actId="2696"/>
        <pc:sldMkLst>
          <pc:docMk/>
          <pc:sldMk cId="3587703786" sldId="383"/>
        </pc:sldMkLst>
        <pc:spChg chg="mod">
          <ac:chgData name="Said Salomon" userId="eac27f7e7e547993" providerId="LiveId" clId="{5C6D2034-25CF-4C21-B599-846C40023CBB}" dt="2025-12-08T02:13:02.393" v="5353" actId="20577"/>
          <ac:spMkLst>
            <pc:docMk/>
            <pc:sldMk cId="3587703786" sldId="383"/>
            <ac:spMk id="6" creationId="{B501F9F2-6D3B-BC2E-57E0-E63F5B004867}"/>
          </ac:spMkLst>
        </pc:spChg>
      </pc:sldChg>
      <pc:sldChg chg="delSp modSp del mod">
        <pc:chgData name="Said Salomon" userId="eac27f7e7e547993" providerId="LiveId" clId="{5C6D2034-25CF-4C21-B599-846C40023CBB}" dt="2025-12-07T23:44:23.735" v="5296" actId="2696"/>
        <pc:sldMkLst>
          <pc:docMk/>
          <pc:sldMk cId="2130301932" sldId="384"/>
        </pc:sldMkLst>
        <pc:picChg chg="del mod">
          <ac:chgData name="Said Salomon" userId="eac27f7e7e547993" providerId="LiveId" clId="{5C6D2034-25CF-4C21-B599-846C40023CBB}" dt="2025-12-07T23:42:37.294" v="5279" actId="21"/>
          <ac:picMkLst>
            <pc:docMk/>
            <pc:sldMk cId="2130301932" sldId="384"/>
            <ac:picMk id="6" creationId="{52A77FBD-8FB8-2A23-4739-9D0134E791F2}"/>
          </ac:picMkLst>
        </pc:picChg>
      </pc:sldChg>
      <pc:sldChg chg="addSp modSp mod">
        <pc:chgData name="Said Salomon" userId="eac27f7e7e547993" providerId="LiveId" clId="{5C6D2034-25CF-4C21-B599-846C40023CBB}" dt="2025-12-07T23:52:18.414" v="5328" actId="20577"/>
        <pc:sldMkLst>
          <pc:docMk/>
          <pc:sldMk cId="1155694617" sldId="386"/>
        </pc:sldMkLst>
        <pc:spChg chg="add">
          <ac:chgData name="Said Salomon" userId="eac27f7e7e547993" providerId="LiveId" clId="{5C6D2034-25CF-4C21-B599-846C40023CBB}" dt="2025-12-07T23:50:06.620" v="5297"/>
          <ac:spMkLst>
            <pc:docMk/>
            <pc:sldMk cId="1155694617" sldId="386"/>
            <ac:spMk id="3" creationId="{CB613453-5DCA-C09B-CD99-EC4A4019DD26}"/>
          </ac:spMkLst>
        </pc:spChg>
        <pc:spChg chg="mod">
          <ac:chgData name="Said Salomon" userId="eac27f7e7e547993" providerId="LiveId" clId="{5C6D2034-25CF-4C21-B599-846C40023CBB}" dt="2025-12-07T23:52:18.414" v="5328" actId="20577"/>
          <ac:spMkLst>
            <pc:docMk/>
            <pc:sldMk cId="1155694617" sldId="386"/>
            <ac:spMk id="5" creationId="{90E73C3C-1218-55F2-4019-5749C7676374}"/>
          </ac:spMkLst>
        </pc:spChg>
        <pc:spChg chg="add">
          <ac:chgData name="Said Salomon" userId="eac27f7e7e547993" providerId="LiveId" clId="{5C6D2034-25CF-4C21-B599-846C40023CBB}" dt="2025-12-07T23:50:40.057" v="5298"/>
          <ac:spMkLst>
            <pc:docMk/>
            <pc:sldMk cId="1155694617" sldId="386"/>
            <ac:spMk id="6" creationId="{98C29FC6-25A0-BD8B-E103-E6D24CB8CF5B}"/>
          </ac:spMkLst>
        </pc:spChg>
      </pc:sldChg>
      <pc:sldChg chg="modSp mod">
        <pc:chgData name="Said Salomon" userId="eac27f7e7e547993" providerId="LiveId" clId="{5C6D2034-25CF-4C21-B599-846C40023CBB}" dt="2025-12-08T01:33:39.647" v="5348" actId="20577"/>
        <pc:sldMkLst>
          <pc:docMk/>
          <pc:sldMk cId="582232591" sldId="387"/>
        </pc:sldMkLst>
        <pc:spChg chg="mod">
          <ac:chgData name="Said Salomon" userId="eac27f7e7e547993" providerId="LiveId" clId="{5C6D2034-25CF-4C21-B599-846C40023CBB}" dt="2025-12-08T01:33:39.647" v="5348" actId="20577"/>
          <ac:spMkLst>
            <pc:docMk/>
            <pc:sldMk cId="582232591" sldId="387"/>
            <ac:spMk id="5" creationId="{CC18A7CB-7F3C-A6AF-4739-CDEC843331B5}"/>
          </ac:spMkLst>
        </pc:spChg>
      </pc:sldChg>
      <pc:sldChg chg="addSp delSp modSp new mod">
        <pc:chgData name="Said Salomon" userId="eac27f7e7e547993" providerId="LiveId" clId="{5C6D2034-25CF-4C21-B599-846C40023CBB}" dt="2025-12-08T02:14:55.336" v="5388"/>
        <pc:sldMkLst>
          <pc:docMk/>
          <pc:sldMk cId="2819636666" sldId="388"/>
        </pc:sldMkLst>
        <pc:spChg chg="mod">
          <ac:chgData name="Said Salomon" userId="eac27f7e7e547993" providerId="LiveId" clId="{5C6D2034-25CF-4C21-B599-846C40023CBB}" dt="2025-11-08T20:19:07.521" v="1838" actId="14100"/>
          <ac:spMkLst>
            <pc:docMk/>
            <pc:sldMk cId="2819636666" sldId="388"/>
            <ac:spMk id="2" creationId="{328F6BEE-2C99-F73D-2CAA-751771FB196A}"/>
          </ac:spMkLst>
        </pc:spChg>
        <pc:graphicFrameChg chg="add mod modGraphic">
          <ac:chgData name="Said Salomon" userId="eac27f7e7e547993" providerId="LiveId" clId="{5C6D2034-25CF-4C21-B599-846C40023CBB}" dt="2025-12-08T02:14:55.336" v="5388"/>
          <ac:graphicFrameMkLst>
            <pc:docMk/>
            <pc:sldMk cId="2819636666" sldId="388"/>
            <ac:graphicFrameMk id="6" creationId="{58B0B949-A0A2-4B32-DA4F-56926AF75BE9}"/>
          </ac:graphicFrameMkLst>
        </pc:graphicFrameChg>
      </pc:sldChg>
      <pc:sldChg chg="addSp delSp modSp new mod ord">
        <pc:chgData name="Said Salomon" userId="eac27f7e7e547993" providerId="LiveId" clId="{5C6D2034-25CF-4C21-B599-846C40023CBB}" dt="2025-11-08T20:58:23.703" v="2014"/>
        <pc:sldMkLst>
          <pc:docMk/>
          <pc:sldMk cId="2953413240" sldId="389"/>
        </pc:sldMkLst>
        <pc:spChg chg="add mod">
          <ac:chgData name="Said Salomon" userId="eac27f7e7e547993" providerId="LiveId" clId="{5C6D2034-25CF-4C21-B599-846C40023CBB}" dt="2025-11-08T20:56:50.490" v="1996" actId="20577"/>
          <ac:spMkLst>
            <pc:docMk/>
            <pc:sldMk cId="2953413240" sldId="389"/>
            <ac:spMk id="5" creationId="{2F4F199B-6B18-FE49-C1A1-B3242944FB70}"/>
          </ac:spMkLst>
        </pc:spChg>
        <pc:spChg chg="add mod">
          <ac:chgData name="Said Salomon" userId="eac27f7e7e547993" providerId="LiveId" clId="{5C6D2034-25CF-4C21-B599-846C40023CBB}" dt="2025-11-08T20:55:32.637" v="1992"/>
          <ac:spMkLst>
            <pc:docMk/>
            <pc:sldMk cId="2953413240" sldId="389"/>
            <ac:spMk id="6" creationId="{1BB1FE81-2D8E-53F9-DA63-23AEF625158C}"/>
          </ac:spMkLst>
        </pc:spChg>
        <pc:spChg chg="add mod">
          <ac:chgData name="Said Salomon" userId="eac27f7e7e547993" providerId="LiveId" clId="{5C6D2034-25CF-4C21-B599-846C40023CBB}" dt="2025-11-08T20:55:32.637" v="1992"/>
          <ac:spMkLst>
            <pc:docMk/>
            <pc:sldMk cId="2953413240" sldId="389"/>
            <ac:spMk id="10" creationId="{A91403B6-4620-D6BF-957D-7D1F080231B6}"/>
          </ac:spMkLst>
        </pc:spChg>
        <pc:spChg chg="add mod">
          <ac:chgData name="Said Salomon" userId="eac27f7e7e547993" providerId="LiveId" clId="{5C6D2034-25CF-4C21-B599-846C40023CBB}" dt="2025-11-08T20:55:32.637" v="1992"/>
          <ac:spMkLst>
            <pc:docMk/>
            <pc:sldMk cId="2953413240" sldId="389"/>
            <ac:spMk id="11" creationId="{3C924C7C-0803-A360-6B28-6F43BFAD2C60}"/>
          </ac:spMkLst>
        </pc:spChg>
        <pc:spChg chg="add mod">
          <ac:chgData name="Said Salomon" userId="eac27f7e7e547993" providerId="LiveId" clId="{5C6D2034-25CF-4C21-B599-846C40023CBB}" dt="2025-11-08T20:55:32.637" v="1992"/>
          <ac:spMkLst>
            <pc:docMk/>
            <pc:sldMk cId="2953413240" sldId="389"/>
            <ac:spMk id="12" creationId="{79FD1A88-1A40-F172-F239-4175246587F7}"/>
          </ac:spMkLst>
        </pc:spChg>
        <pc:spChg chg="add mod">
          <ac:chgData name="Said Salomon" userId="eac27f7e7e547993" providerId="LiveId" clId="{5C6D2034-25CF-4C21-B599-846C40023CBB}" dt="2025-11-08T20:55:32.637" v="1992"/>
          <ac:spMkLst>
            <pc:docMk/>
            <pc:sldMk cId="2953413240" sldId="389"/>
            <ac:spMk id="13" creationId="{76050DB0-92E9-F598-7125-65B73888F594}"/>
          </ac:spMkLst>
        </pc:spChg>
        <pc:spChg chg="add mod">
          <ac:chgData name="Said Salomon" userId="eac27f7e7e547993" providerId="LiveId" clId="{5C6D2034-25CF-4C21-B599-846C40023CBB}" dt="2025-11-08T20:58:01.346" v="2012" actId="14100"/>
          <ac:spMkLst>
            <pc:docMk/>
            <pc:sldMk cId="2953413240" sldId="389"/>
            <ac:spMk id="14" creationId="{7E489AC3-28BC-8991-4B9E-1412B2040707}"/>
          </ac:spMkLst>
        </pc:spChg>
        <pc:picChg chg="add mod">
          <ac:chgData name="Said Salomon" userId="eac27f7e7e547993" providerId="LiveId" clId="{5C6D2034-25CF-4C21-B599-846C40023CBB}" dt="2025-11-08T20:55:32.637" v="1992"/>
          <ac:picMkLst>
            <pc:docMk/>
            <pc:sldMk cId="2953413240" sldId="389"/>
            <ac:picMk id="7" creationId="{062DC4BA-766A-537C-E624-91523F845B46}"/>
          </ac:picMkLst>
        </pc:picChg>
        <pc:picChg chg="add mod">
          <ac:chgData name="Said Salomon" userId="eac27f7e7e547993" providerId="LiveId" clId="{5C6D2034-25CF-4C21-B599-846C40023CBB}" dt="2025-11-08T20:55:32.637" v="1992"/>
          <ac:picMkLst>
            <pc:docMk/>
            <pc:sldMk cId="2953413240" sldId="389"/>
            <ac:picMk id="8" creationId="{1C0422EE-9315-A95E-2B82-67361E5190CC}"/>
          </ac:picMkLst>
        </pc:picChg>
        <pc:picChg chg="add mod">
          <ac:chgData name="Said Salomon" userId="eac27f7e7e547993" providerId="LiveId" clId="{5C6D2034-25CF-4C21-B599-846C40023CBB}" dt="2025-11-08T20:55:32.637" v="1992"/>
          <ac:picMkLst>
            <pc:docMk/>
            <pc:sldMk cId="2953413240" sldId="389"/>
            <ac:picMk id="15" creationId="{D40B09BF-D42B-A429-CC48-1B99A155437D}"/>
          </ac:picMkLst>
        </pc:picChg>
      </pc:sldChg>
      <pc:sldChg chg="addSp delSp modSp new mod ord">
        <pc:chgData name="Said Salomon" userId="eac27f7e7e547993" providerId="LiveId" clId="{5C6D2034-25CF-4C21-B599-846C40023CBB}" dt="2025-12-07T20:39:24.288" v="2883" actId="313"/>
        <pc:sldMkLst>
          <pc:docMk/>
          <pc:sldMk cId="875799815" sldId="390"/>
        </pc:sldMkLst>
        <pc:spChg chg="mod">
          <ac:chgData name="Said Salomon" userId="eac27f7e7e547993" providerId="LiveId" clId="{5C6D2034-25CF-4C21-B599-846C40023CBB}" dt="2025-12-07T20:24:20.822" v="2133" actId="14100"/>
          <ac:spMkLst>
            <pc:docMk/>
            <pc:sldMk cId="875799815" sldId="390"/>
            <ac:spMk id="2" creationId="{BAA82DF2-ED38-9831-16BC-5C7E79C73C55}"/>
          </ac:spMkLst>
        </pc:spChg>
        <pc:spChg chg="del mod">
          <ac:chgData name="Said Salomon" userId="eac27f7e7e547993" providerId="LiveId" clId="{5C6D2034-25CF-4C21-B599-846C40023CBB}" dt="2025-12-07T20:24:41.100" v="2152" actId="478"/>
          <ac:spMkLst>
            <pc:docMk/>
            <pc:sldMk cId="875799815" sldId="390"/>
            <ac:spMk id="3" creationId="{7102383E-A6F6-30AC-7408-7ECEA85DFA39}"/>
          </ac:spMkLst>
        </pc:spChg>
        <pc:spChg chg="add del mod">
          <ac:chgData name="Said Salomon" userId="eac27f7e7e547993" providerId="LiveId" clId="{5C6D2034-25CF-4C21-B599-846C40023CBB}" dt="2025-12-07T20:25:35.711" v="2201" actId="478"/>
          <ac:spMkLst>
            <pc:docMk/>
            <pc:sldMk cId="875799815" sldId="390"/>
            <ac:spMk id="5" creationId="{BE25BC2A-0DF7-FDAB-2B07-CEDA43424308}"/>
          </ac:spMkLst>
        </pc:spChg>
        <pc:spChg chg="add mod">
          <ac:chgData name="Said Salomon" userId="eac27f7e7e547993" providerId="LiveId" clId="{5C6D2034-25CF-4C21-B599-846C40023CBB}" dt="2025-12-07T20:39:24.288" v="2883" actId="313"/>
          <ac:spMkLst>
            <pc:docMk/>
            <pc:sldMk cId="875799815" sldId="390"/>
            <ac:spMk id="6" creationId="{47590441-593A-7056-F595-BD16B454B222}"/>
          </ac:spMkLst>
        </pc:spChg>
      </pc:sldChg>
      <pc:sldChg chg="addSp delSp modSp new mod">
        <pc:chgData name="Said Salomon" userId="eac27f7e7e547993" providerId="LiveId" clId="{5C6D2034-25CF-4C21-B599-846C40023CBB}" dt="2025-12-07T21:24:42.575" v="3250" actId="20577"/>
        <pc:sldMkLst>
          <pc:docMk/>
          <pc:sldMk cId="3168296403" sldId="391"/>
        </pc:sldMkLst>
        <pc:spChg chg="mod">
          <ac:chgData name="Said Salomon" userId="eac27f7e7e547993" providerId="LiveId" clId="{5C6D2034-25CF-4C21-B599-846C40023CBB}" dt="2025-12-07T20:50:19.654" v="2943" actId="14100"/>
          <ac:spMkLst>
            <pc:docMk/>
            <pc:sldMk cId="3168296403" sldId="391"/>
            <ac:spMk id="2" creationId="{23FC8790-3D17-9E6C-C553-633802A1FCEF}"/>
          </ac:spMkLst>
        </pc:spChg>
        <pc:spChg chg="del">
          <ac:chgData name="Said Salomon" userId="eac27f7e7e547993" providerId="LiveId" clId="{5C6D2034-25CF-4C21-B599-846C40023CBB}" dt="2025-12-07T20:50:13.785" v="2942" actId="478"/>
          <ac:spMkLst>
            <pc:docMk/>
            <pc:sldMk cId="3168296403" sldId="391"/>
            <ac:spMk id="3" creationId="{6F30F919-B2A8-AF91-36C5-CD5DD90049B4}"/>
          </ac:spMkLst>
        </pc:spChg>
        <pc:spChg chg="add mod">
          <ac:chgData name="Said Salomon" userId="eac27f7e7e547993" providerId="LiveId" clId="{5C6D2034-25CF-4C21-B599-846C40023CBB}" dt="2025-12-07T21:24:42.575" v="3250" actId="20577"/>
          <ac:spMkLst>
            <pc:docMk/>
            <pc:sldMk cId="3168296403" sldId="391"/>
            <ac:spMk id="5" creationId="{38BB43CE-1391-6A36-7C1E-CB71EBB93955}"/>
          </ac:spMkLst>
        </pc:spChg>
      </pc:sldChg>
      <pc:sldChg chg="addSp delSp modSp new mod">
        <pc:chgData name="Said Salomon" userId="eac27f7e7e547993" providerId="LiveId" clId="{5C6D2034-25CF-4C21-B599-846C40023CBB}" dt="2025-12-07T23:14:53.552" v="4957" actId="20577"/>
        <pc:sldMkLst>
          <pc:docMk/>
          <pc:sldMk cId="1570997669" sldId="392"/>
        </pc:sldMkLst>
        <pc:spChg chg="mod">
          <ac:chgData name="Said Salomon" userId="eac27f7e7e547993" providerId="LiveId" clId="{5C6D2034-25CF-4C21-B599-846C40023CBB}" dt="2025-12-07T21:25:40.405" v="3271" actId="14100"/>
          <ac:spMkLst>
            <pc:docMk/>
            <pc:sldMk cId="1570997669" sldId="392"/>
            <ac:spMk id="2" creationId="{DD6A76EF-5A06-FFE1-EED2-DE7710D097F3}"/>
          </ac:spMkLst>
        </pc:spChg>
        <pc:spChg chg="del">
          <ac:chgData name="Said Salomon" userId="eac27f7e7e547993" providerId="LiveId" clId="{5C6D2034-25CF-4C21-B599-846C40023CBB}" dt="2025-12-07T21:25:49.086" v="3272" actId="478"/>
          <ac:spMkLst>
            <pc:docMk/>
            <pc:sldMk cId="1570997669" sldId="392"/>
            <ac:spMk id="3" creationId="{5AF8B389-76DE-0612-84AD-1C1AAD975D17}"/>
          </ac:spMkLst>
        </pc:spChg>
        <pc:spChg chg="add mod">
          <ac:chgData name="Said Salomon" userId="eac27f7e7e547993" providerId="LiveId" clId="{5C6D2034-25CF-4C21-B599-846C40023CBB}" dt="2025-12-07T23:14:53.552" v="4957" actId="20577"/>
          <ac:spMkLst>
            <pc:docMk/>
            <pc:sldMk cId="1570997669" sldId="392"/>
            <ac:spMk id="5" creationId="{7BE4701A-3100-A0FF-C2AB-9F0E8CF73B2A}"/>
          </ac:spMkLst>
        </pc:spChg>
      </pc:sldChg>
      <pc:sldChg chg="addSp delSp modSp new mod">
        <pc:chgData name="Said Salomon" userId="eac27f7e7e547993" providerId="LiveId" clId="{5C6D2034-25CF-4C21-B599-846C40023CBB}" dt="2025-12-07T22:32:33.439" v="4358" actId="20577"/>
        <pc:sldMkLst>
          <pc:docMk/>
          <pc:sldMk cId="392237563" sldId="393"/>
        </pc:sldMkLst>
        <pc:spChg chg="mod">
          <ac:chgData name="Said Salomon" userId="eac27f7e7e547993" providerId="LiveId" clId="{5C6D2034-25CF-4C21-B599-846C40023CBB}" dt="2025-12-07T22:07:45.531" v="3821" actId="14100"/>
          <ac:spMkLst>
            <pc:docMk/>
            <pc:sldMk cId="392237563" sldId="393"/>
            <ac:spMk id="2" creationId="{A9E63497-A1B5-F0CD-CA49-3A269F4069FD}"/>
          </ac:spMkLst>
        </pc:spChg>
        <pc:spChg chg="del">
          <ac:chgData name="Said Salomon" userId="eac27f7e7e547993" providerId="LiveId" clId="{5C6D2034-25CF-4C21-B599-846C40023CBB}" dt="2025-12-07T22:07:52.030" v="3822" actId="478"/>
          <ac:spMkLst>
            <pc:docMk/>
            <pc:sldMk cId="392237563" sldId="393"/>
            <ac:spMk id="3" creationId="{5E5C083C-010F-BDEE-B522-08B2CB055FA4}"/>
          </ac:spMkLst>
        </pc:spChg>
        <pc:spChg chg="add mod">
          <ac:chgData name="Said Salomon" userId="eac27f7e7e547993" providerId="LiveId" clId="{5C6D2034-25CF-4C21-B599-846C40023CBB}" dt="2025-12-07T22:32:33.439" v="4358" actId="20577"/>
          <ac:spMkLst>
            <pc:docMk/>
            <pc:sldMk cId="392237563" sldId="393"/>
            <ac:spMk id="5" creationId="{60B2FC84-A612-D481-0035-36C79F5BB1AF}"/>
          </ac:spMkLst>
        </pc:spChg>
      </pc:sldChg>
      <pc:sldChg chg="addSp modSp add mod">
        <pc:chgData name="Said Salomon" userId="eac27f7e7e547993" providerId="LiveId" clId="{5C6D2034-25CF-4C21-B599-846C40023CBB}" dt="2025-12-07T22:49:12.621" v="4505" actId="20577"/>
        <pc:sldMkLst>
          <pc:docMk/>
          <pc:sldMk cId="1217385805" sldId="394"/>
        </pc:sldMkLst>
        <pc:spChg chg="mod">
          <ac:chgData name="Said Salomon" userId="eac27f7e7e547993" providerId="LiveId" clId="{5C6D2034-25CF-4C21-B599-846C40023CBB}" dt="2025-12-07T22:49:12.621" v="4505" actId="20577"/>
          <ac:spMkLst>
            <pc:docMk/>
            <pc:sldMk cId="1217385805" sldId="394"/>
            <ac:spMk id="2" creationId="{CAB82E68-7125-029C-989C-AA6DC59D22C5}"/>
          </ac:spMkLst>
        </pc:spChg>
        <pc:spChg chg="mod">
          <ac:chgData name="Said Salomon" userId="eac27f7e7e547993" providerId="LiveId" clId="{5C6D2034-25CF-4C21-B599-846C40023CBB}" dt="2025-12-07T22:48:26.525" v="4500" actId="14100"/>
          <ac:spMkLst>
            <pc:docMk/>
            <pc:sldMk cId="1217385805" sldId="394"/>
            <ac:spMk id="5" creationId="{105E2372-65B0-C4F4-C33F-9E6AB9C5C63A}"/>
          </ac:spMkLst>
        </pc:spChg>
        <pc:picChg chg="add mod">
          <ac:chgData name="Said Salomon" userId="eac27f7e7e547993" providerId="LiveId" clId="{5C6D2034-25CF-4C21-B599-846C40023CBB}" dt="2025-12-07T22:47:39.976" v="4478" actId="14100"/>
          <ac:picMkLst>
            <pc:docMk/>
            <pc:sldMk cId="1217385805" sldId="394"/>
            <ac:picMk id="6" creationId="{A08D6B74-17C4-A824-601E-62521008AAA9}"/>
          </ac:picMkLst>
        </pc:picChg>
      </pc:sldChg>
      <pc:sldChg chg="modSp add mod ord">
        <pc:chgData name="Said Salomon" userId="eac27f7e7e547993" providerId="LiveId" clId="{5C6D2034-25CF-4C21-B599-846C40023CBB}" dt="2025-12-07T23:37:52.337" v="5261" actId="6549"/>
        <pc:sldMkLst>
          <pc:docMk/>
          <pc:sldMk cId="1970751310" sldId="395"/>
        </pc:sldMkLst>
        <pc:spChg chg="mod">
          <ac:chgData name="Said Salomon" userId="eac27f7e7e547993" providerId="LiveId" clId="{5C6D2034-25CF-4C21-B599-846C40023CBB}" dt="2025-12-07T22:49:20.295" v="4507" actId="20577"/>
          <ac:spMkLst>
            <pc:docMk/>
            <pc:sldMk cId="1970751310" sldId="395"/>
            <ac:spMk id="2" creationId="{2B95760D-3614-86EC-BD65-8AE9B33D9DF7}"/>
          </ac:spMkLst>
        </pc:spChg>
        <pc:spChg chg="mod">
          <ac:chgData name="Said Salomon" userId="eac27f7e7e547993" providerId="LiveId" clId="{5C6D2034-25CF-4C21-B599-846C40023CBB}" dt="2025-12-07T23:37:52.337" v="5261" actId="6549"/>
          <ac:spMkLst>
            <pc:docMk/>
            <pc:sldMk cId="1970751310" sldId="395"/>
            <ac:spMk id="5" creationId="{6198BE56-0DF9-8DF3-46BF-21B798917A3A}"/>
          </ac:spMkLst>
        </pc:spChg>
      </pc:sldChg>
      <pc:sldChg chg="addSp delSp modSp new mod">
        <pc:chgData name="Said Salomon" userId="eac27f7e7e547993" providerId="LiveId" clId="{5C6D2034-25CF-4C21-B599-846C40023CBB}" dt="2025-12-08T01:25:29.707" v="5329" actId="313"/>
        <pc:sldMkLst>
          <pc:docMk/>
          <pc:sldMk cId="835815923" sldId="396"/>
        </pc:sldMkLst>
        <pc:spChg chg="mod">
          <ac:chgData name="Said Salomon" userId="eac27f7e7e547993" providerId="LiveId" clId="{5C6D2034-25CF-4C21-B599-846C40023CBB}" dt="2025-12-08T01:25:29.707" v="5329" actId="313"/>
          <ac:spMkLst>
            <pc:docMk/>
            <pc:sldMk cId="835815923" sldId="396"/>
            <ac:spMk id="2" creationId="{528FE7AF-EC6E-8D8B-177C-CDA5E2ACC7BA}"/>
          </ac:spMkLst>
        </pc:spChg>
        <pc:spChg chg="del">
          <ac:chgData name="Said Salomon" userId="eac27f7e7e547993" providerId="LiveId" clId="{5C6D2034-25CF-4C21-B599-846C40023CBB}" dt="2025-12-07T23:42:05.985" v="5278" actId="478"/>
          <ac:spMkLst>
            <pc:docMk/>
            <pc:sldMk cId="835815923" sldId="396"/>
            <ac:spMk id="3" creationId="{DC16AB6F-5B14-027D-DBCA-143AC2EFA631}"/>
          </ac:spMkLst>
        </pc:spChg>
        <pc:picChg chg="add mod">
          <ac:chgData name="Said Salomon" userId="eac27f7e7e547993" providerId="LiveId" clId="{5C6D2034-25CF-4C21-B599-846C40023CBB}" dt="2025-12-07T23:43:46.784" v="5282" actId="1076"/>
          <ac:picMkLst>
            <pc:docMk/>
            <pc:sldMk cId="835815923" sldId="396"/>
            <ac:picMk id="6" creationId="{52A77FBD-8FB8-2A23-4739-9D0134E791F2}"/>
          </ac:picMkLst>
        </pc:picChg>
      </pc:sldChg>
      <pc:sldMasterChg chg="delSldLayout">
        <pc:chgData name="Said Salomon" userId="eac27f7e7e547993" providerId="LiveId" clId="{5C6D2034-25CF-4C21-B599-846C40023CBB}" dt="2025-11-08T20:55:46.693" v="1993" actId="2696"/>
        <pc:sldMasterMkLst>
          <pc:docMk/>
          <pc:sldMasterMk cId="1955693199" sldId="2147483648"/>
        </pc:sldMasterMkLst>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4459878-C319-6BF3-52DC-16FA4340A6C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C82FA7FC-DFAE-8499-5A3E-AD9648D7FCA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58BFD57-AB0A-470B-A7AF-56DFE7B5174A}" type="datetimeFigureOut">
              <a:rPr lang="en-US" smtClean="0"/>
              <a:t>12/7/2025</a:t>
            </a:fld>
            <a:endParaRPr lang="en-US" dirty="0"/>
          </a:p>
        </p:txBody>
      </p:sp>
      <p:sp>
        <p:nvSpPr>
          <p:cNvPr id="4" name="Footer Placeholder 3">
            <a:extLst>
              <a:ext uri="{FF2B5EF4-FFF2-40B4-BE49-F238E27FC236}">
                <a16:creationId xmlns:a16="http://schemas.microsoft.com/office/drawing/2014/main" id="{4C9C12BB-9544-9F9A-BEDA-E7168643859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7D1E77E4-B9A2-A882-9240-3AE65EE2176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E9D61A1-75D9-49F7-83EB-F5872642613A}" type="slidenum">
              <a:rPr lang="en-US" smtClean="0"/>
              <a:t>‹#›</a:t>
            </a:fld>
            <a:endParaRPr lang="en-US" dirty="0"/>
          </a:p>
        </p:txBody>
      </p:sp>
    </p:spTree>
    <p:extLst>
      <p:ext uri="{BB962C8B-B14F-4D97-AF65-F5344CB8AC3E}">
        <p14:creationId xmlns:p14="http://schemas.microsoft.com/office/powerpoint/2010/main" val="14773272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4B3339F-6CEA-4641-BE08-40DAFD6FCF25}" type="datetimeFigureOut">
              <a:rPr lang="en-US" smtClean="0"/>
              <a:t>12/7/2025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EF75CB5-5666-5049-9AE0-38EFD385C21E}" type="slidenum">
              <a:rPr lang="en-US" smtClean="0"/>
              <a:t>‹#›</a:t>
            </a:fld>
            <a:endParaRPr lang="en-US" dirty="0"/>
          </a:p>
        </p:txBody>
      </p:sp>
    </p:spTree>
    <p:extLst>
      <p:ext uri="{BB962C8B-B14F-4D97-AF65-F5344CB8AC3E}">
        <p14:creationId xmlns:p14="http://schemas.microsoft.com/office/powerpoint/2010/main" val="4755626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F75CB5-5666-5049-9AE0-38EFD385C21E}" type="slidenum">
              <a:rPr lang="en-US" smtClean="0"/>
              <a:t>1</a:t>
            </a:fld>
            <a:endParaRPr lang="en-US" dirty="0"/>
          </a:p>
        </p:txBody>
      </p:sp>
    </p:spTree>
    <p:extLst>
      <p:ext uri="{BB962C8B-B14F-4D97-AF65-F5344CB8AC3E}">
        <p14:creationId xmlns:p14="http://schemas.microsoft.com/office/powerpoint/2010/main" val="15759997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EF75CB5-5666-5049-9AE0-38EFD385C21E}"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7026738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F75CB5-5666-5049-9AE0-38EFD385C21E}" type="slidenum">
              <a:rPr lang="en-US" smtClean="0"/>
              <a:t>14</a:t>
            </a:fld>
            <a:endParaRPr lang="en-US" dirty="0"/>
          </a:p>
        </p:txBody>
      </p:sp>
    </p:spTree>
    <p:extLst>
      <p:ext uri="{BB962C8B-B14F-4D97-AF65-F5344CB8AC3E}">
        <p14:creationId xmlns:p14="http://schemas.microsoft.com/office/powerpoint/2010/main" val="18601641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63656-32E8-64AA-C1C4-C9222E98C1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E21CA9-50F2-A03F-2939-0413D9D67D5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4237325-AFE3-70A2-EF45-15AE7230172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6CC28D2-875E-5FE2-C1F9-FC4F8A4EFBA8}"/>
              </a:ext>
            </a:extLst>
          </p:cNvPr>
          <p:cNvSpPr>
            <a:spLocks noGrp="1"/>
          </p:cNvSpPr>
          <p:nvPr>
            <p:ph type="sldNum" sz="quarter" idx="5"/>
          </p:nvPr>
        </p:nvSpPr>
        <p:spPr/>
        <p:txBody>
          <a:bodyPr/>
          <a:lstStyle/>
          <a:p>
            <a:fld id="{DEF75CB5-5666-5049-9AE0-38EFD385C21E}" type="slidenum">
              <a:rPr lang="en-US" smtClean="0"/>
              <a:t>15</a:t>
            </a:fld>
            <a:endParaRPr lang="en-US" dirty="0"/>
          </a:p>
        </p:txBody>
      </p:sp>
    </p:spTree>
    <p:extLst>
      <p:ext uri="{BB962C8B-B14F-4D97-AF65-F5344CB8AC3E}">
        <p14:creationId xmlns:p14="http://schemas.microsoft.com/office/powerpoint/2010/main" val="118725269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F75CB5-5666-5049-9AE0-38EFD385C21E}" type="slidenum">
              <a:rPr lang="en-US" smtClean="0"/>
              <a:t>17</a:t>
            </a:fld>
            <a:endParaRPr lang="en-US" dirty="0"/>
          </a:p>
        </p:txBody>
      </p:sp>
    </p:spTree>
    <p:extLst>
      <p:ext uri="{BB962C8B-B14F-4D97-AF65-F5344CB8AC3E}">
        <p14:creationId xmlns:p14="http://schemas.microsoft.com/office/powerpoint/2010/main" val="416789011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nd Subtitle">
    <p:bg>
      <p:bgPr>
        <a:gradFill>
          <a:gsLst>
            <a:gs pos="93000">
              <a:schemeClr val="tx2"/>
            </a:gs>
            <a:gs pos="81000">
              <a:schemeClr val="accent6">
                <a:lumMod val="50000"/>
              </a:schemeClr>
            </a:gs>
            <a:gs pos="27000">
              <a:schemeClr val="tx1"/>
            </a:gs>
            <a:gs pos="8000">
              <a:schemeClr val="accent4">
                <a:lumMod val="75000"/>
              </a:schemeClr>
            </a:gs>
            <a:gs pos="0">
              <a:schemeClr val="accent4"/>
            </a:gs>
            <a:gs pos="99000">
              <a:schemeClr val="tx2">
                <a:lumMod val="40000"/>
                <a:lumOff val="60000"/>
              </a:schemeClr>
            </a:gs>
          </a:gsLst>
          <a:lin ang="12600000" scaled="0"/>
        </a:gra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1BA6450-E291-DC40-F198-C02B485137B0}"/>
              </a:ext>
              <a:ext uri="{C183D7F6-B498-43B3-948B-1728B52AA6E4}">
                <adec:decorative xmlns:adec="http://schemas.microsoft.com/office/drawing/2017/decorative" val="1"/>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3" y="1"/>
            <a:ext cx="12192003" cy="6857999"/>
          </a:xfrm>
          <a:prstGeom prst="rect">
            <a:avLst/>
          </a:prstGeom>
        </p:spPr>
      </p:pic>
      <p:sp>
        <p:nvSpPr>
          <p:cNvPr id="2" name="Title 1">
            <a:extLst>
              <a:ext uri="{FF2B5EF4-FFF2-40B4-BE49-F238E27FC236}">
                <a16:creationId xmlns:a16="http://schemas.microsoft.com/office/drawing/2014/main" id="{3A462FF1-D97D-8505-FE7F-8B2DB411A8B1}"/>
              </a:ext>
            </a:extLst>
          </p:cNvPr>
          <p:cNvSpPr>
            <a:spLocks noGrp="1"/>
          </p:cNvSpPr>
          <p:nvPr>
            <p:ph type="title" hasCustomPrompt="1"/>
          </p:nvPr>
        </p:nvSpPr>
        <p:spPr>
          <a:xfrm>
            <a:off x="0" y="304799"/>
            <a:ext cx="12191998" cy="3215641"/>
          </a:xfrm>
        </p:spPr>
        <p:txBody>
          <a:bodyPr lIns="0" rIns="0" bIns="0" anchor="b" anchorCtr="0">
            <a:noAutofit/>
          </a:bodyPr>
          <a:lstStyle>
            <a:lvl1pPr algn="ctr">
              <a:defRPr sz="6000" kern="1200" cap="all" spc="300" baseline="0">
                <a:solidFill>
                  <a:schemeClr val="accent3">
                    <a:lumMod val="75000"/>
                  </a:schemeClr>
                </a:solidFill>
              </a:defRPr>
            </a:lvl1pPr>
          </a:lstStyle>
          <a:p>
            <a:r>
              <a:rPr lang="en-US" dirty="0"/>
              <a:t>Click to add title</a:t>
            </a:r>
          </a:p>
        </p:txBody>
      </p:sp>
      <p:sp>
        <p:nvSpPr>
          <p:cNvPr id="12" name="Subtitle 2">
            <a:extLst>
              <a:ext uri="{FF2B5EF4-FFF2-40B4-BE49-F238E27FC236}">
                <a16:creationId xmlns:a16="http://schemas.microsoft.com/office/drawing/2014/main" id="{58B9CAE2-F3DD-D6D3-96C8-D947A4117752}"/>
              </a:ext>
            </a:extLst>
          </p:cNvPr>
          <p:cNvSpPr>
            <a:spLocks noGrp="1"/>
          </p:cNvSpPr>
          <p:nvPr>
            <p:ph type="subTitle" idx="1" hasCustomPrompt="1"/>
          </p:nvPr>
        </p:nvSpPr>
        <p:spPr>
          <a:xfrm>
            <a:off x="3" y="3670628"/>
            <a:ext cx="12191997" cy="2577772"/>
          </a:xfrm>
        </p:spPr>
        <p:txBody>
          <a:bodyPr>
            <a:noAutofit/>
          </a:bodyPr>
          <a:lstStyle>
            <a:lvl1pPr marL="0" indent="0" algn="ctr">
              <a:buNone/>
              <a:defRPr sz="3200" b="0" i="0" cap="all" spc="600" baseline="0">
                <a:solidFill>
                  <a:schemeClr val="accent3"/>
                </a:solidFill>
                <a:latin typeface="+mj-lt"/>
                <a:cs typeface="Biome Light" panose="020B03030302040208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Tree>
    <p:extLst>
      <p:ext uri="{BB962C8B-B14F-4D97-AF65-F5344CB8AC3E}">
        <p14:creationId xmlns:p14="http://schemas.microsoft.com/office/powerpoint/2010/main" val="411932155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Only">
    <p:bg>
      <p:bgPr>
        <a:gradFill>
          <a:gsLst>
            <a:gs pos="93000">
              <a:schemeClr val="tx2"/>
            </a:gs>
            <a:gs pos="81000">
              <a:schemeClr val="accent6">
                <a:lumMod val="50000"/>
              </a:schemeClr>
            </a:gs>
            <a:gs pos="27000">
              <a:schemeClr val="tx1"/>
            </a:gs>
            <a:gs pos="8000">
              <a:schemeClr val="accent4">
                <a:lumMod val="75000"/>
              </a:schemeClr>
            </a:gs>
            <a:gs pos="0">
              <a:schemeClr val="accent4"/>
            </a:gs>
            <a:gs pos="99000">
              <a:schemeClr val="tx2">
                <a:lumMod val="40000"/>
                <a:lumOff val="60000"/>
              </a:schemeClr>
            </a:gs>
          </a:gsLst>
          <a:lin ang="12600000" scaled="0"/>
        </a:gra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1BA6450-E291-DC40-F198-C02B485137B0}"/>
              </a:ext>
              <a:ext uri="{C183D7F6-B498-43B3-948B-1728B52AA6E4}">
                <adec:decorative xmlns:adec="http://schemas.microsoft.com/office/drawing/2017/decorative" val="1"/>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3" y="1"/>
            <a:ext cx="12192003" cy="6857999"/>
          </a:xfrm>
          <a:prstGeom prst="rect">
            <a:avLst/>
          </a:prstGeom>
        </p:spPr>
      </p:pic>
      <p:sp>
        <p:nvSpPr>
          <p:cNvPr id="2" name="Title 1">
            <a:extLst>
              <a:ext uri="{FF2B5EF4-FFF2-40B4-BE49-F238E27FC236}">
                <a16:creationId xmlns:a16="http://schemas.microsoft.com/office/drawing/2014/main" id="{3A462FF1-D97D-8505-FE7F-8B2DB411A8B1}"/>
              </a:ext>
            </a:extLst>
          </p:cNvPr>
          <p:cNvSpPr>
            <a:spLocks noGrp="1"/>
          </p:cNvSpPr>
          <p:nvPr>
            <p:ph type="title" hasCustomPrompt="1"/>
          </p:nvPr>
        </p:nvSpPr>
        <p:spPr>
          <a:xfrm>
            <a:off x="3" y="1821180"/>
            <a:ext cx="12191994" cy="3215641"/>
          </a:xfrm>
        </p:spPr>
        <p:txBody>
          <a:bodyPr lIns="0" rIns="0" bIns="0" anchor="ctr" anchorCtr="0">
            <a:noAutofit/>
          </a:bodyPr>
          <a:lstStyle>
            <a:lvl1pPr algn="ctr">
              <a:defRPr sz="6000" kern="1200" cap="all" spc="300" baseline="0">
                <a:solidFill>
                  <a:schemeClr val="accent3">
                    <a:lumMod val="75000"/>
                  </a:schemeClr>
                </a:solidFill>
              </a:defRPr>
            </a:lvl1pPr>
          </a:lstStyle>
          <a:p>
            <a:r>
              <a:rPr lang="en-US" dirty="0"/>
              <a:t>Click to add title</a:t>
            </a:r>
          </a:p>
        </p:txBody>
      </p:sp>
    </p:spTree>
    <p:extLst>
      <p:ext uri="{BB962C8B-B14F-4D97-AF65-F5344CB8AC3E}">
        <p14:creationId xmlns:p14="http://schemas.microsoft.com/office/powerpoint/2010/main" val="163504510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Content 3">
    <p:bg>
      <p:bgPr>
        <a:gradFill>
          <a:gsLst>
            <a:gs pos="100000">
              <a:schemeClr val="tx2"/>
            </a:gs>
            <a:gs pos="81000">
              <a:schemeClr val="accent6"/>
            </a:gs>
            <a:gs pos="31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9A084D09-1B2D-4EE2-82A7-83196133B801}"/>
              </a:ext>
              <a:ext uri="{C183D7F6-B498-43B3-948B-1728B52AA6E4}">
                <adec:decorative xmlns:adec="http://schemas.microsoft.com/office/drawing/2017/decorative" val="1"/>
              </a:ext>
            </a:extLst>
          </p:cNvPr>
          <p:cNvGrpSpPr/>
          <p:nvPr userDrawn="1"/>
        </p:nvGrpSpPr>
        <p:grpSpPr>
          <a:xfrm>
            <a:off x="0" y="-6350"/>
            <a:ext cx="12185769" cy="6864350"/>
            <a:chOff x="0" y="-6350"/>
            <a:chExt cx="12185769" cy="6864350"/>
          </a:xfrm>
        </p:grpSpPr>
        <p:sp>
          <p:nvSpPr>
            <p:cNvPr id="4" name="Rectangle 3">
              <a:extLst>
                <a:ext uri="{FF2B5EF4-FFF2-40B4-BE49-F238E27FC236}">
                  <a16:creationId xmlns:a16="http://schemas.microsoft.com/office/drawing/2014/main" id="{53860AA6-1B14-DF89-B725-CC444E502028}"/>
                </a:ext>
                <a:ext uri="{C183D7F6-B498-43B3-948B-1728B52AA6E4}">
                  <adec:decorative xmlns:adec="http://schemas.microsoft.com/office/drawing/2017/decorative" val="1"/>
                </a:ext>
              </a:extLst>
            </p:cNvPr>
            <p:cNvSpPr/>
            <p:nvPr/>
          </p:nvSpPr>
          <p:spPr>
            <a:xfrm>
              <a:off x="0" y="-6350"/>
              <a:ext cx="6160393" cy="686435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pic>
          <p:nvPicPr>
            <p:cNvPr id="6" name="Content Placeholder 14">
              <a:extLst>
                <a:ext uri="{FF2B5EF4-FFF2-40B4-BE49-F238E27FC236}">
                  <a16:creationId xmlns:a16="http://schemas.microsoft.com/office/drawing/2014/main" id="{D172E570-D67F-4980-88C2-CF6560C1C193}"/>
                </a:ext>
                <a:ext uri="{C183D7F6-B498-43B3-948B-1728B52AA6E4}">
                  <adec:decorative xmlns:adec="http://schemas.microsoft.com/office/drawing/2017/decorative" val="1"/>
                </a:ext>
              </a:extLst>
            </p:cNvPr>
            <p:cNvPicPr>
              <a:picLocks noChangeAspect="1"/>
            </p:cNvPicPr>
            <p:nvPr/>
          </p:nvPicPr>
          <p:blipFill rotWithShape="1">
            <a:blip r:embed="rId2" cstate="screen">
              <a:alphaModFix/>
              <a:extLst>
                <a:ext uri="{28A0092B-C50C-407E-A947-70E740481C1C}">
                  <a14:useLocalDpi xmlns:a14="http://schemas.microsoft.com/office/drawing/2010/main"/>
                </a:ext>
              </a:extLst>
            </a:blip>
            <a:srcRect/>
            <a:stretch/>
          </p:blipFill>
          <p:spPr>
            <a:xfrm rot="5400000">
              <a:off x="5750267" y="410125"/>
              <a:ext cx="6845628" cy="6025377"/>
            </a:xfrm>
            <a:prstGeom prst="rect">
              <a:avLst/>
            </a:prstGeom>
          </p:spPr>
        </p:pic>
        <p:grpSp>
          <p:nvGrpSpPr>
            <p:cNvPr id="7" name="Group 6">
              <a:extLst>
                <a:ext uri="{FF2B5EF4-FFF2-40B4-BE49-F238E27FC236}">
                  <a16:creationId xmlns:a16="http://schemas.microsoft.com/office/drawing/2014/main" id="{AF90BF68-CF26-6705-CBFD-428BEB787EDB}"/>
                </a:ext>
              </a:extLst>
            </p:cNvPr>
            <p:cNvGrpSpPr/>
            <p:nvPr/>
          </p:nvGrpSpPr>
          <p:grpSpPr>
            <a:xfrm rot="10800000">
              <a:off x="5304704" y="259572"/>
              <a:ext cx="584267" cy="390181"/>
              <a:chOff x="1876516" y="596691"/>
              <a:chExt cx="584267" cy="390181"/>
            </a:xfrm>
          </p:grpSpPr>
          <p:sp>
            <p:nvSpPr>
              <p:cNvPr id="8" name="Oval 7">
                <a:extLst>
                  <a:ext uri="{FF2B5EF4-FFF2-40B4-BE49-F238E27FC236}">
                    <a16:creationId xmlns:a16="http://schemas.microsoft.com/office/drawing/2014/main" id="{1066F635-8DB9-B091-8467-D8F0327217F4}"/>
                  </a:ext>
                  <a:ext uri="{C183D7F6-B498-43B3-948B-1728B52AA6E4}">
                    <adec:decorative xmlns:adec="http://schemas.microsoft.com/office/drawing/2017/decorative" val="1"/>
                  </a:ext>
                </a:extLst>
              </p:cNvPr>
              <p:cNvSpPr/>
              <p:nvPr/>
            </p:nvSpPr>
            <p:spPr>
              <a:xfrm>
                <a:off x="1876516" y="842493"/>
                <a:ext cx="144379" cy="144379"/>
              </a:xfrm>
              <a:prstGeom prst="ellipse">
                <a:avLst/>
              </a:prstGeom>
              <a:noFill/>
              <a:ln>
                <a:solidFill>
                  <a:schemeClr val="accent4">
                    <a:lumMod val="60000"/>
                    <a:lumOff val="40000"/>
                    <a:alpha val="49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9" name="Graphic 12">
                <a:extLst>
                  <a:ext uri="{FF2B5EF4-FFF2-40B4-BE49-F238E27FC236}">
                    <a16:creationId xmlns:a16="http://schemas.microsoft.com/office/drawing/2014/main" id="{882D2FD3-A05B-400C-6347-115486FFD943}"/>
                  </a:ext>
                  <a:ext uri="{C183D7F6-B498-43B3-948B-1728B52AA6E4}">
                    <adec:decorative xmlns:adec="http://schemas.microsoft.com/office/drawing/2017/decorative" val="1"/>
                  </a:ext>
                </a:extLst>
              </p:cNvPr>
              <p:cNvSpPr/>
              <p:nvPr/>
            </p:nvSpPr>
            <p:spPr>
              <a:xfrm>
                <a:off x="2360199" y="596691"/>
                <a:ext cx="100584" cy="100584"/>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grpSp>
      </p:grpSp>
      <p:sp>
        <p:nvSpPr>
          <p:cNvPr id="2" name="Title 1">
            <a:extLst>
              <a:ext uri="{FF2B5EF4-FFF2-40B4-BE49-F238E27FC236}">
                <a16:creationId xmlns:a16="http://schemas.microsoft.com/office/drawing/2014/main" id="{960459F4-C5B9-4070-46D1-2E7DA3EFBFC9}"/>
              </a:ext>
            </a:extLst>
          </p:cNvPr>
          <p:cNvSpPr>
            <a:spLocks noGrp="1"/>
          </p:cNvSpPr>
          <p:nvPr>
            <p:ph type="title"/>
          </p:nvPr>
        </p:nvSpPr>
        <p:spPr>
          <a:xfrm>
            <a:off x="838201" y="365125"/>
            <a:ext cx="4466502" cy="1936866"/>
          </a:xfrm>
        </p:spPr>
        <p:txBody>
          <a:bodyPr anchor="b"/>
          <a:lstStyle>
            <a:lvl1pPr>
              <a:defRPr sz="3200" cap="all" baseline="0">
                <a:solidFill>
                  <a:schemeClr val="accent3">
                    <a:lumMod val="75000"/>
                  </a:schemeClr>
                </a:solidFill>
              </a:defRPr>
            </a:lvl1pPr>
          </a:lstStyle>
          <a:p>
            <a:r>
              <a:rPr lang="en-US"/>
              <a:t>Click to edit Master title style</a:t>
            </a:r>
            <a:endParaRPr lang="en-US" dirty="0"/>
          </a:p>
        </p:txBody>
      </p:sp>
      <p:cxnSp>
        <p:nvCxnSpPr>
          <p:cNvPr id="5" name="Straight Connector 4">
            <a:extLst>
              <a:ext uri="{FF2B5EF4-FFF2-40B4-BE49-F238E27FC236}">
                <a16:creationId xmlns:a16="http://schemas.microsoft.com/office/drawing/2014/main" id="{34F613B1-323C-4C25-4526-1D3313A7161D}"/>
              </a:ext>
              <a:ext uri="{C183D7F6-B498-43B3-948B-1728B52AA6E4}">
                <adec:decorative xmlns:adec="http://schemas.microsoft.com/office/drawing/2017/decorative" val="1"/>
              </a:ext>
            </a:extLst>
          </p:cNvPr>
          <p:cNvCxnSpPr>
            <a:cxnSpLocks/>
          </p:cNvCxnSpPr>
          <p:nvPr userDrawn="1"/>
        </p:nvCxnSpPr>
        <p:spPr>
          <a:xfrm>
            <a:off x="835831" y="2620500"/>
            <a:ext cx="4471665"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13" name="Content Placeholder 12">
            <a:extLst>
              <a:ext uri="{FF2B5EF4-FFF2-40B4-BE49-F238E27FC236}">
                <a16:creationId xmlns:a16="http://schemas.microsoft.com/office/drawing/2014/main" id="{2D2C2143-1936-BBDA-A6A8-40B6DBD16AED}"/>
              </a:ext>
            </a:extLst>
          </p:cNvPr>
          <p:cNvSpPr>
            <a:spLocks noGrp="1"/>
          </p:cNvSpPr>
          <p:nvPr>
            <p:ph sz="quarter" idx="10" hasCustomPrompt="1"/>
          </p:nvPr>
        </p:nvSpPr>
        <p:spPr>
          <a:xfrm>
            <a:off x="838201" y="3097848"/>
            <a:ext cx="4466504" cy="3405187"/>
          </a:xfrm>
        </p:spPr>
        <p:txBody>
          <a:bodyPr/>
          <a:lstStyle>
            <a:lvl1pPr>
              <a:lnSpc>
                <a:spcPct val="120000"/>
              </a:lnSpc>
              <a:spcBef>
                <a:spcPts val="1000"/>
              </a:spcBef>
              <a:spcAft>
                <a:spcPts val="600"/>
              </a:spcAft>
              <a:defRPr sz="1800">
                <a:solidFill>
                  <a:schemeClr val="bg1"/>
                </a:solidFill>
                <a:latin typeface="+mn-lt"/>
              </a:defRPr>
            </a:lvl1pPr>
            <a:lvl2pPr>
              <a:lnSpc>
                <a:spcPct val="120000"/>
              </a:lnSpc>
              <a:spcBef>
                <a:spcPts val="1000"/>
              </a:spcBef>
              <a:spcAft>
                <a:spcPts val="600"/>
              </a:spcAft>
              <a:defRPr sz="1600">
                <a:solidFill>
                  <a:schemeClr val="bg1"/>
                </a:solidFill>
                <a:latin typeface="+mn-lt"/>
              </a:defRPr>
            </a:lvl2pPr>
            <a:lvl3pPr>
              <a:lnSpc>
                <a:spcPct val="120000"/>
              </a:lnSpc>
              <a:spcBef>
                <a:spcPts val="1000"/>
              </a:spcBef>
              <a:spcAft>
                <a:spcPts val="600"/>
              </a:spcAft>
              <a:defRPr sz="1400">
                <a:solidFill>
                  <a:schemeClr val="bg1"/>
                </a:solidFill>
                <a:latin typeface="+mn-lt"/>
              </a:defRPr>
            </a:lvl3pPr>
            <a:lvl4pPr>
              <a:lnSpc>
                <a:spcPct val="120000"/>
              </a:lnSpc>
              <a:spcBef>
                <a:spcPts val="1000"/>
              </a:spcBef>
              <a:spcAft>
                <a:spcPts val="600"/>
              </a:spcAft>
              <a:defRPr sz="1200">
                <a:solidFill>
                  <a:schemeClr val="bg1"/>
                </a:solidFill>
                <a:latin typeface="+mn-lt"/>
              </a:defRPr>
            </a:lvl4pPr>
            <a:lvl5pPr>
              <a:lnSpc>
                <a:spcPct val="120000"/>
              </a:lnSpc>
              <a:spcBef>
                <a:spcPts val="1000"/>
              </a:spcBef>
              <a:spcAft>
                <a:spcPts val="600"/>
              </a:spcAft>
              <a:defRPr sz="1200">
                <a:solidFill>
                  <a:schemeClr val="bg1"/>
                </a:solidFill>
                <a:latin typeface="+mn-lt"/>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10904071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4_Title and 2 column">
    <p:bg>
      <p:bgPr>
        <a:gradFill>
          <a:gsLst>
            <a:gs pos="100000">
              <a:schemeClr val="tx2"/>
            </a:gs>
            <a:gs pos="81000">
              <a:schemeClr val="accent6"/>
            </a:gs>
            <a:gs pos="31000">
              <a:srgbClr val="02090E"/>
            </a:gs>
            <a:gs pos="14000">
              <a:schemeClr val="accent4">
                <a:lumMod val="75000"/>
              </a:schemeClr>
            </a:gs>
            <a:gs pos="0">
              <a:schemeClr val="accent4"/>
            </a:gs>
          </a:gsLst>
          <a:lin ang="12600000" scaled="0"/>
        </a:gra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EB5B81B-FCE8-FE9C-8F0A-6488B25F0F6A}"/>
              </a:ext>
              <a:ext uri="{C183D7F6-B498-43B3-948B-1728B52AA6E4}">
                <adec:decorative xmlns:adec="http://schemas.microsoft.com/office/drawing/2017/decorative" val="1"/>
              </a:ext>
            </a:extLst>
          </p:cNvPr>
          <p:cNvSpPr/>
          <p:nvPr userDrawn="1"/>
        </p:nvSpPr>
        <p:spPr>
          <a:xfrm>
            <a:off x="321869" y="343814"/>
            <a:ext cx="11550701" cy="6210605"/>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321869" y="579120"/>
            <a:ext cx="11548261" cy="2733306"/>
          </a:xfrm>
        </p:spPr>
        <p:txBody>
          <a:bodyPr anchor="b">
            <a:noAutofit/>
          </a:bodyPr>
          <a:lstStyle>
            <a:lvl1pPr algn="ctr">
              <a:defRPr sz="3200" cap="all" spc="300" baseline="0"/>
            </a:lvl1pPr>
          </a:lstStyle>
          <a:p>
            <a:r>
              <a:rPr lang="en-US" dirty="0"/>
              <a:t>Click to add title</a:t>
            </a:r>
          </a:p>
        </p:txBody>
      </p:sp>
      <p:sp>
        <p:nvSpPr>
          <p:cNvPr id="7" name="Subtitle 2">
            <a:extLst>
              <a:ext uri="{FF2B5EF4-FFF2-40B4-BE49-F238E27FC236}">
                <a16:creationId xmlns:a16="http://schemas.microsoft.com/office/drawing/2014/main" id="{5F877C2F-8190-18D9-5D24-5BD7B05A29F8}"/>
              </a:ext>
            </a:extLst>
          </p:cNvPr>
          <p:cNvSpPr>
            <a:spLocks noGrp="1"/>
          </p:cNvSpPr>
          <p:nvPr>
            <p:ph type="subTitle" idx="1" hasCustomPrompt="1"/>
          </p:nvPr>
        </p:nvSpPr>
        <p:spPr>
          <a:xfrm>
            <a:off x="321868" y="3484615"/>
            <a:ext cx="11562303" cy="2387865"/>
          </a:xfrm>
        </p:spPr>
        <p:txBody>
          <a:bodyPr>
            <a:noAutofit/>
          </a:bodyPr>
          <a:lstStyle>
            <a:lvl1pPr marL="0" indent="0" algn="ctr">
              <a:buNone/>
              <a:defRPr sz="6000" b="0" i="0" cap="all" spc="600" baseline="0">
                <a:solidFill>
                  <a:schemeClr val="accent3">
                    <a:lumMod val="75000"/>
                  </a:schemeClr>
                </a:solidFill>
                <a:latin typeface="+mj-lt"/>
                <a:cs typeface="Biome Light" panose="020B03030302040208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86865902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Title">
    <p:bg>
      <p:bgPr>
        <a:gradFill>
          <a:gsLst>
            <a:gs pos="100000">
              <a:schemeClr val="tx2"/>
            </a:gs>
            <a:gs pos="79000">
              <a:schemeClr val="accent6"/>
            </a:gs>
            <a:gs pos="31000">
              <a:srgbClr val="02090E"/>
            </a:gs>
            <a:gs pos="14000">
              <a:schemeClr val="accent4">
                <a:lumMod val="75000"/>
              </a:schemeClr>
            </a:gs>
            <a:gs pos="0">
              <a:schemeClr val="accent4"/>
            </a:gs>
          </a:gsLst>
          <a:lin ang="5400000" scaled="0"/>
        </a:gra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3664209F-41AB-70E5-1B9E-7490900C59C9}"/>
              </a:ext>
              <a:ext uri="{C183D7F6-B498-43B3-948B-1728B52AA6E4}">
                <adec:decorative xmlns:adec="http://schemas.microsoft.com/office/drawing/2017/decorative" val="1"/>
              </a:ext>
            </a:extLst>
          </p:cNvPr>
          <p:cNvSpPr/>
          <p:nvPr userDrawn="1"/>
        </p:nvSpPr>
        <p:spPr>
          <a:xfrm>
            <a:off x="2" y="1"/>
            <a:ext cx="12191997" cy="6857998"/>
          </a:xfrm>
          <a:prstGeom prst="rect">
            <a:avLst/>
          </a:prstGeom>
          <a:gradFill flip="none" rotWithShape="1">
            <a:gsLst>
              <a:gs pos="0">
                <a:srgbClr val="1A012C"/>
              </a:gs>
              <a:gs pos="45000">
                <a:srgbClr val="1A012C">
                  <a:alpha val="50000"/>
                </a:srgbClr>
              </a:gs>
              <a:gs pos="100000">
                <a:schemeClr val="accent6">
                  <a:lumMod val="50000"/>
                  <a:alpha val="50000"/>
                </a:schemeClr>
              </a:gs>
            </a:gsLst>
            <a:path path="circle">
              <a:fillToRect l="50000" t="50000" r="50000" b="50000"/>
            </a:path>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032D3409-585B-54E2-1DCC-AC58804E4AE7}"/>
              </a:ext>
              <a:ext uri="{C183D7F6-B498-43B3-948B-1728B52AA6E4}">
                <adec:decorative xmlns:adec="http://schemas.microsoft.com/office/drawing/2017/decorative" val="1"/>
              </a:ext>
            </a:extLst>
          </p:cNvPr>
          <p:cNvSpPr/>
          <p:nvPr userDrawn="1"/>
        </p:nvSpPr>
        <p:spPr>
          <a:xfrm>
            <a:off x="1" y="-6350"/>
            <a:ext cx="6096000" cy="686435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799891" y="511762"/>
            <a:ext cx="4960830" cy="2785158"/>
          </a:xfrm>
        </p:spPr>
        <p:txBody>
          <a:bodyPr anchor="b">
            <a:noAutofit/>
          </a:bodyPr>
          <a:lstStyle>
            <a:lvl1pPr algn="l">
              <a:defRPr sz="2400" cap="all" spc="300" baseline="0"/>
            </a:lvl1pPr>
          </a:lstStyle>
          <a:p>
            <a:r>
              <a:rPr lang="en-US" dirty="0"/>
              <a:t>Click to add title</a:t>
            </a:r>
          </a:p>
        </p:txBody>
      </p:sp>
      <p:sp>
        <p:nvSpPr>
          <p:cNvPr id="8" name="Subtitle 2">
            <a:extLst>
              <a:ext uri="{FF2B5EF4-FFF2-40B4-BE49-F238E27FC236}">
                <a16:creationId xmlns:a16="http://schemas.microsoft.com/office/drawing/2014/main" id="{E47B8A5C-E279-DB0B-E9D3-927417876125}"/>
              </a:ext>
            </a:extLst>
          </p:cNvPr>
          <p:cNvSpPr>
            <a:spLocks noGrp="1"/>
          </p:cNvSpPr>
          <p:nvPr>
            <p:ph type="subTitle" idx="1" hasCustomPrompt="1"/>
          </p:nvPr>
        </p:nvSpPr>
        <p:spPr>
          <a:xfrm>
            <a:off x="802640" y="3484615"/>
            <a:ext cx="4958081" cy="2387865"/>
          </a:xfrm>
        </p:spPr>
        <p:txBody>
          <a:bodyPr>
            <a:noAutofit/>
          </a:bodyPr>
          <a:lstStyle>
            <a:lvl1pPr marL="0" indent="0" algn="l">
              <a:buNone/>
              <a:defRPr sz="3200" b="0" i="0" cap="all" spc="600" baseline="0">
                <a:solidFill>
                  <a:schemeClr val="accent3">
                    <a:lumMod val="75000"/>
                  </a:schemeClr>
                </a:solidFill>
                <a:latin typeface="+mj-lt"/>
                <a:cs typeface="Biome Light" panose="020B03030302040208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10" name="Picture Placeholder 9">
            <a:extLst>
              <a:ext uri="{FF2B5EF4-FFF2-40B4-BE49-F238E27FC236}">
                <a16:creationId xmlns:a16="http://schemas.microsoft.com/office/drawing/2014/main" id="{D386C402-C5C5-2A54-C618-62673AD93CB4}"/>
              </a:ext>
            </a:extLst>
          </p:cNvPr>
          <p:cNvSpPr>
            <a:spLocks noGrp="1"/>
          </p:cNvSpPr>
          <p:nvPr>
            <p:ph type="pic" sz="quarter" idx="13"/>
          </p:nvPr>
        </p:nvSpPr>
        <p:spPr>
          <a:xfrm>
            <a:off x="6497638" y="336550"/>
            <a:ext cx="5322887" cy="6184900"/>
          </a:xfrm>
        </p:spPr>
        <p:txBody>
          <a:bodyPr/>
          <a:lstStyle>
            <a:lvl1pPr algn="ctr">
              <a:defRPr sz="2000"/>
            </a:lvl1pPr>
          </a:lstStyle>
          <a:p>
            <a:r>
              <a:rPr lang="en-US"/>
              <a:t>Click icon to add picture</a:t>
            </a:r>
            <a:endParaRPr lang="en-US" dirty="0"/>
          </a:p>
        </p:txBody>
      </p: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368321855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6_Title and 2 column">
    <p:bg>
      <p:bgPr>
        <a:gradFill>
          <a:gsLst>
            <a:gs pos="100000">
              <a:schemeClr val="tx2"/>
            </a:gs>
            <a:gs pos="79000">
              <a:schemeClr val="accent6"/>
            </a:gs>
            <a:gs pos="55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pic>
        <p:nvPicPr>
          <p:cNvPr id="4" name="Content Placeholder 14">
            <a:extLst>
              <a:ext uri="{FF2B5EF4-FFF2-40B4-BE49-F238E27FC236}">
                <a16:creationId xmlns:a16="http://schemas.microsoft.com/office/drawing/2014/main" id="{318CE367-BBCB-F4AB-635F-4C9995EAE350}"/>
              </a:ext>
              <a:ext uri="{C183D7F6-B498-43B3-948B-1728B52AA6E4}">
                <adec:decorative xmlns:adec="http://schemas.microsoft.com/office/drawing/2017/decorative" val="1"/>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0" y="-6350"/>
            <a:ext cx="2356339" cy="6853863"/>
          </a:xfrm>
          <a:prstGeom prst="rect">
            <a:avLst/>
          </a:prstGeom>
        </p:spPr>
      </p:pic>
      <p:sp>
        <p:nvSpPr>
          <p:cNvPr id="5" name="Rectangle 4">
            <a:extLst>
              <a:ext uri="{FF2B5EF4-FFF2-40B4-BE49-F238E27FC236}">
                <a16:creationId xmlns:a16="http://schemas.microsoft.com/office/drawing/2014/main" id="{5CE3FBBA-81E2-31F1-EF51-02706B5B5C0A}"/>
              </a:ext>
              <a:ext uri="{C183D7F6-B498-43B3-948B-1728B52AA6E4}">
                <adec:decorative xmlns:adec="http://schemas.microsoft.com/office/drawing/2017/decorative" val="1"/>
              </a:ext>
            </a:extLst>
          </p:cNvPr>
          <p:cNvSpPr/>
          <p:nvPr userDrawn="1"/>
        </p:nvSpPr>
        <p:spPr>
          <a:xfrm>
            <a:off x="2356339" y="-6350"/>
            <a:ext cx="9831801" cy="686435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cxnSp>
        <p:nvCxnSpPr>
          <p:cNvPr id="6" name="Straight Connector 5">
            <a:extLst>
              <a:ext uri="{FF2B5EF4-FFF2-40B4-BE49-F238E27FC236}">
                <a16:creationId xmlns:a16="http://schemas.microsoft.com/office/drawing/2014/main" id="{9AD3746D-3CD1-FFA5-0019-AD0C588B1924}"/>
              </a:ext>
              <a:ext uri="{C183D7F6-B498-43B3-948B-1728B52AA6E4}">
                <adec:decorative xmlns:adec="http://schemas.microsoft.com/office/drawing/2017/decorative" val="1"/>
              </a:ext>
            </a:extLst>
          </p:cNvPr>
          <p:cNvCxnSpPr>
            <a:cxnSpLocks/>
          </p:cNvCxnSpPr>
          <p:nvPr userDrawn="1"/>
        </p:nvCxnSpPr>
        <p:spPr>
          <a:xfrm>
            <a:off x="3305669" y="2002443"/>
            <a:ext cx="7922116"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3305669" y="113097"/>
            <a:ext cx="7420819" cy="1656304"/>
          </a:xfrm>
        </p:spPr>
        <p:txBody>
          <a:bodyPr lIns="0" anchor="b">
            <a:noAutofit/>
          </a:bodyPr>
          <a:lstStyle>
            <a:lvl1pPr algn="l">
              <a:defRPr sz="3200" cap="all" spc="0" baseline="0">
                <a:solidFill>
                  <a:schemeClr val="accent3">
                    <a:lumMod val="75000"/>
                  </a:schemeClr>
                </a:solidFill>
              </a:defRPr>
            </a:lvl1pPr>
          </a:lstStyle>
          <a:p>
            <a:r>
              <a:rPr lang="en-US" dirty="0"/>
              <a:t>Click to add title</a:t>
            </a:r>
          </a:p>
        </p:txBody>
      </p:sp>
      <p:sp>
        <p:nvSpPr>
          <p:cNvPr id="13" name="Content Placeholder 12">
            <a:extLst>
              <a:ext uri="{FF2B5EF4-FFF2-40B4-BE49-F238E27FC236}">
                <a16:creationId xmlns:a16="http://schemas.microsoft.com/office/drawing/2014/main" id="{B9624CF4-7769-4663-3361-39136F5E20C8}"/>
              </a:ext>
            </a:extLst>
          </p:cNvPr>
          <p:cNvSpPr>
            <a:spLocks noGrp="1"/>
          </p:cNvSpPr>
          <p:nvPr>
            <p:ph sz="quarter" idx="31" hasCustomPrompt="1"/>
          </p:nvPr>
        </p:nvSpPr>
        <p:spPr>
          <a:xfrm>
            <a:off x="3305669" y="2470150"/>
            <a:ext cx="7420819" cy="3676649"/>
          </a:xfrm>
        </p:spPr>
        <p:txBody>
          <a:bodyPr/>
          <a:lstStyle>
            <a:lvl1pPr marL="285750" indent="-285750">
              <a:lnSpc>
                <a:spcPct val="120000"/>
              </a:lnSpc>
              <a:spcBef>
                <a:spcPts val="1000"/>
              </a:spcBef>
              <a:spcAft>
                <a:spcPts val="600"/>
              </a:spcAft>
              <a:buClr>
                <a:schemeClr val="accent3"/>
              </a:buClr>
              <a:buFont typeface="Arial" panose="020B0604020202020204" pitchFamily="34" charset="0"/>
              <a:buChar char="•"/>
              <a:defRPr sz="1800">
                <a:solidFill>
                  <a:schemeClr val="bg1"/>
                </a:solidFill>
                <a:latin typeface="+mn-lt"/>
              </a:defRPr>
            </a:lvl1pPr>
            <a:lvl2pPr marL="800100" indent="-342900">
              <a:lnSpc>
                <a:spcPct val="120000"/>
              </a:lnSpc>
              <a:spcBef>
                <a:spcPts val="1000"/>
              </a:spcBef>
              <a:spcAft>
                <a:spcPts val="600"/>
              </a:spcAft>
              <a:buClr>
                <a:schemeClr val="accent3"/>
              </a:buClr>
              <a:buFont typeface="Arial" panose="020B0604020202020204" pitchFamily="34" charset="0"/>
              <a:buChar char="•"/>
              <a:defRPr sz="1600">
                <a:solidFill>
                  <a:schemeClr val="bg1"/>
                </a:solidFill>
                <a:latin typeface="+mn-lt"/>
              </a:defRPr>
            </a:lvl2pPr>
            <a:lvl3pPr marL="1257300" indent="-342900">
              <a:lnSpc>
                <a:spcPct val="120000"/>
              </a:lnSpc>
              <a:spcBef>
                <a:spcPts val="1000"/>
              </a:spcBef>
              <a:spcAft>
                <a:spcPts val="600"/>
              </a:spcAft>
              <a:buClr>
                <a:schemeClr val="accent3"/>
              </a:buClr>
              <a:buFont typeface="Arial" panose="020B0604020202020204" pitchFamily="34" charset="0"/>
              <a:buChar char="•"/>
              <a:defRPr sz="1400">
                <a:solidFill>
                  <a:schemeClr val="bg1"/>
                </a:solidFill>
                <a:latin typeface="+mn-lt"/>
              </a:defRPr>
            </a:lvl3pPr>
            <a:lvl4pPr marL="1657350" indent="-285750">
              <a:lnSpc>
                <a:spcPct val="120000"/>
              </a:lnSpc>
              <a:spcBef>
                <a:spcPts val="1000"/>
              </a:spcBef>
              <a:spcAft>
                <a:spcPts val="600"/>
              </a:spcAft>
              <a:buClr>
                <a:schemeClr val="accent3"/>
              </a:buClr>
              <a:buFont typeface="Arial" panose="020B0604020202020204" pitchFamily="34" charset="0"/>
              <a:buChar char="•"/>
              <a:defRPr sz="1200">
                <a:solidFill>
                  <a:schemeClr val="bg1"/>
                </a:solidFill>
                <a:latin typeface="+mn-lt"/>
              </a:defRPr>
            </a:lvl4pPr>
            <a:lvl5pPr marL="2114550" indent="-285750">
              <a:lnSpc>
                <a:spcPct val="120000"/>
              </a:lnSpc>
              <a:spcBef>
                <a:spcPts val="1000"/>
              </a:spcBef>
              <a:spcAft>
                <a:spcPts val="600"/>
              </a:spcAft>
              <a:buClr>
                <a:schemeClr val="accent3"/>
              </a:buClr>
              <a:buFont typeface="Arial" panose="020B0604020202020204" pitchFamily="34" charset="0"/>
              <a:buChar char="•"/>
              <a:defRPr sz="1200">
                <a:solidFill>
                  <a:schemeClr val="bg1"/>
                </a:solidFill>
                <a:latin typeface="+mn-lt"/>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102802670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_Title and 2 column">
    <p:bg>
      <p:bgPr>
        <a:gradFill>
          <a:gsLst>
            <a:gs pos="100000">
              <a:schemeClr val="tx2"/>
            </a:gs>
            <a:gs pos="81000">
              <a:schemeClr val="accent6"/>
            </a:gs>
            <a:gs pos="31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361F2FA-20C7-5447-C138-CE2CA1867FE7}"/>
              </a:ext>
              <a:ext uri="{C183D7F6-B498-43B3-948B-1728B52AA6E4}">
                <adec:decorative xmlns:adec="http://schemas.microsoft.com/office/drawing/2017/decorative" val="1"/>
              </a:ext>
            </a:extLst>
          </p:cNvPr>
          <p:cNvGrpSpPr/>
          <p:nvPr userDrawn="1"/>
        </p:nvGrpSpPr>
        <p:grpSpPr>
          <a:xfrm>
            <a:off x="3" y="2"/>
            <a:ext cx="12191997" cy="6857998"/>
            <a:chOff x="3" y="2"/>
            <a:chExt cx="12191997" cy="6857998"/>
          </a:xfrm>
        </p:grpSpPr>
        <p:sp>
          <p:nvSpPr>
            <p:cNvPr id="21" name="Rectangle 20">
              <a:extLst>
                <a:ext uri="{FF2B5EF4-FFF2-40B4-BE49-F238E27FC236}">
                  <a16:creationId xmlns:a16="http://schemas.microsoft.com/office/drawing/2014/main" id="{DFEDD626-82E4-71C6-25F1-CDA46B7B3F39}"/>
                </a:ext>
              </a:extLst>
            </p:cNvPr>
            <p:cNvSpPr/>
            <p:nvPr/>
          </p:nvSpPr>
          <p:spPr>
            <a:xfrm>
              <a:off x="3" y="2"/>
              <a:ext cx="12191997" cy="6857998"/>
            </a:xfrm>
            <a:prstGeom prst="rect">
              <a:avLst/>
            </a:prstGeom>
            <a:gradFill flip="none" rotWithShape="1">
              <a:gsLst>
                <a:gs pos="0">
                  <a:srgbClr val="1A012C"/>
                </a:gs>
                <a:gs pos="45000">
                  <a:srgbClr val="1A012C">
                    <a:alpha val="50000"/>
                  </a:srgbClr>
                </a:gs>
                <a:gs pos="100000">
                  <a:schemeClr val="accent6">
                    <a:lumMod val="50000"/>
                    <a:alpha val="50000"/>
                  </a:schemeClr>
                </a:gs>
              </a:gsLst>
              <a:path path="circle">
                <a:fillToRect l="50000" t="50000" r="50000" b="50000"/>
              </a:path>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 name="Picture 2">
              <a:extLst>
                <a:ext uri="{FF2B5EF4-FFF2-40B4-BE49-F238E27FC236}">
                  <a16:creationId xmlns:a16="http://schemas.microsoft.com/office/drawing/2014/main" id="{CDC952AF-CE06-54F7-CB4A-1722F90AC3DF}"/>
                </a:ext>
                <a:ext uri="{C183D7F6-B498-43B3-948B-1728B52AA6E4}">
                  <adec:decorative xmlns:adec="http://schemas.microsoft.com/office/drawing/2017/decorative" val="1"/>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3" y="2"/>
              <a:ext cx="12191994" cy="6857996"/>
            </a:xfrm>
            <a:prstGeom prst="rect">
              <a:avLst/>
            </a:prstGeom>
          </p:spPr>
        </p:pic>
        <p:grpSp>
          <p:nvGrpSpPr>
            <p:cNvPr id="11" name="Group 10">
              <a:extLst>
                <a:ext uri="{FF2B5EF4-FFF2-40B4-BE49-F238E27FC236}">
                  <a16:creationId xmlns:a16="http://schemas.microsoft.com/office/drawing/2014/main" id="{6E6EDFF3-843B-AAE9-DB73-423142606F52}"/>
                </a:ext>
              </a:extLst>
            </p:cNvPr>
            <p:cNvGrpSpPr/>
            <p:nvPr/>
          </p:nvGrpSpPr>
          <p:grpSpPr>
            <a:xfrm rot="5400000">
              <a:off x="1645776" y="1222395"/>
              <a:ext cx="431603" cy="412684"/>
              <a:chOff x="1870859" y="869908"/>
              <a:chExt cx="431603" cy="412684"/>
            </a:xfrm>
          </p:grpSpPr>
          <p:sp>
            <p:nvSpPr>
              <p:cNvPr id="12" name="Graphic 15">
                <a:extLst>
                  <a:ext uri="{FF2B5EF4-FFF2-40B4-BE49-F238E27FC236}">
                    <a16:creationId xmlns:a16="http://schemas.microsoft.com/office/drawing/2014/main" id="{312F4F85-6C79-201D-E20D-64CD4728E4C8}"/>
                  </a:ext>
                  <a:ext uri="{C183D7F6-B498-43B3-948B-1728B52AA6E4}">
                    <adec:decorative xmlns:adec="http://schemas.microsoft.com/office/drawing/2017/decorative" val="1"/>
                  </a:ext>
                </a:extLst>
              </p:cNvPr>
              <p:cNvSpPr/>
              <p:nvPr/>
            </p:nvSpPr>
            <p:spPr>
              <a:xfrm rot="10800000">
                <a:off x="1870859" y="1154576"/>
                <a:ext cx="128016" cy="128016"/>
              </a:xfrm>
              <a:custGeom>
                <a:avLst/>
                <a:gdLst>
                  <a:gd name="connsiteX0" fmla="*/ 63857 w 127713"/>
                  <a:gd name="connsiteY0" fmla="*/ 18874 h 127713"/>
                  <a:gd name="connsiteX1" fmla="*/ 108839 w 127713"/>
                  <a:gd name="connsiteY1" fmla="*/ 63857 h 127713"/>
                  <a:gd name="connsiteX2" fmla="*/ 63857 w 127713"/>
                  <a:gd name="connsiteY2" fmla="*/ 108839 h 127713"/>
                  <a:gd name="connsiteX3" fmla="*/ 18874 w 127713"/>
                  <a:gd name="connsiteY3" fmla="*/ 63857 h 127713"/>
                  <a:gd name="connsiteX4" fmla="*/ 63857 w 127713"/>
                  <a:gd name="connsiteY4" fmla="*/ 18874 h 127713"/>
                  <a:gd name="connsiteX5" fmla="*/ 63857 w 127713"/>
                  <a:gd name="connsiteY5" fmla="*/ 0 h 127713"/>
                  <a:gd name="connsiteX6" fmla="*/ 0 w 127713"/>
                  <a:gd name="connsiteY6" fmla="*/ 63857 h 127713"/>
                  <a:gd name="connsiteX7" fmla="*/ 63857 w 127713"/>
                  <a:gd name="connsiteY7" fmla="*/ 127713 h 127713"/>
                  <a:gd name="connsiteX8" fmla="*/ 127713 w 127713"/>
                  <a:gd name="connsiteY8" fmla="*/ 63857 h 127713"/>
                  <a:gd name="connsiteX9" fmla="*/ 63857 w 127713"/>
                  <a:gd name="connsiteY9" fmla="*/ 0 h 12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3" h="127713">
                    <a:moveTo>
                      <a:pt x="63857" y="18874"/>
                    </a:moveTo>
                    <a:cubicBezTo>
                      <a:pt x="88700" y="18874"/>
                      <a:pt x="108839" y="39013"/>
                      <a:pt x="108839" y="63857"/>
                    </a:cubicBezTo>
                    <a:cubicBezTo>
                      <a:pt x="108839" y="88700"/>
                      <a:pt x="88700" y="108839"/>
                      <a:pt x="63857" y="108839"/>
                    </a:cubicBezTo>
                    <a:cubicBezTo>
                      <a:pt x="39013" y="108839"/>
                      <a:pt x="18874" y="88700"/>
                      <a:pt x="18874" y="63857"/>
                    </a:cubicBezTo>
                    <a:cubicBezTo>
                      <a:pt x="18898" y="39023"/>
                      <a:pt x="39023" y="18898"/>
                      <a:pt x="63857" y="18874"/>
                    </a:cubicBezTo>
                    <a:moveTo>
                      <a:pt x="63857" y="0"/>
                    </a:moveTo>
                    <a:cubicBezTo>
                      <a:pt x="28590" y="0"/>
                      <a:pt x="0" y="28590"/>
                      <a:pt x="0" y="63857"/>
                    </a:cubicBezTo>
                    <a:cubicBezTo>
                      <a:pt x="0" y="99124"/>
                      <a:pt x="28590" y="127713"/>
                      <a:pt x="63857" y="127713"/>
                    </a:cubicBezTo>
                    <a:cubicBezTo>
                      <a:pt x="99124" y="127713"/>
                      <a:pt x="127713" y="99124"/>
                      <a:pt x="127713" y="63857"/>
                    </a:cubicBezTo>
                    <a:cubicBezTo>
                      <a:pt x="127713" y="28590"/>
                      <a:pt x="99124" y="0"/>
                      <a:pt x="63857" y="0"/>
                    </a:cubicBezTo>
                    <a:close/>
                  </a:path>
                </a:pathLst>
              </a:custGeom>
              <a:solidFill>
                <a:schemeClr val="accent4">
                  <a:lumMod val="60000"/>
                  <a:lumOff val="40000"/>
                  <a:alpha val="49071"/>
                </a:schemeClr>
              </a:solidFill>
              <a:ln w="610" cap="flat">
                <a:noFill/>
                <a:prstDash val="solid"/>
                <a:miter/>
              </a:ln>
            </p:spPr>
            <p:txBody>
              <a:bodyPr rtlCol="0" anchor="ctr">
                <a:noAutofit/>
              </a:bodyPr>
              <a:lstStyle/>
              <a:p>
                <a:endParaRPr lang="en-US" dirty="0"/>
              </a:p>
            </p:txBody>
          </p:sp>
          <p:sp>
            <p:nvSpPr>
              <p:cNvPr id="13" name="Graphic 12">
                <a:extLst>
                  <a:ext uri="{FF2B5EF4-FFF2-40B4-BE49-F238E27FC236}">
                    <a16:creationId xmlns:a16="http://schemas.microsoft.com/office/drawing/2014/main" id="{01D71DAD-ECC6-A850-88E4-A4EDCF494A24}"/>
                  </a:ext>
                  <a:ext uri="{C183D7F6-B498-43B3-948B-1728B52AA6E4}">
                    <adec:decorative xmlns:adec="http://schemas.microsoft.com/office/drawing/2017/decorative" val="1"/>
                  </a:ext>
                </a:extLst>
              </p:cNvPr>
              <p:cNvSpPr/>
              <p:nvPr/>
            </p:nvSpPr>
            <p:spPr>
              <a:xfrm>
                <a:off x="2256743" y="869908"/>
                <a:ext cx="45719" cy="37785"/>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grpSp>
        <p:grpSp>
          <p:nvGrpSpPr>
            <p:cNvPr id="14" name="Group 13">
              <a:extLst>
                <a:ext uri="{FF2B5EF4-FFF2-40B4-BE49-F238E27FC236}">
                  <a16:creationId xmlns:a16="http://schemas.microsoft.com/office/drawing/2014/main" id="{C632CC6D-6024-2368-8EBA-4B7A2D6428BC}"/>
                </a:ext>
              </a:extLst>
            </p:cNvPr>
            <p:cNvGrpSpPr/>
            <p:nvPr/>
          </p:nvGrpSpPr>
          <p:grpSpPr>
            <a:xfrm rot="20626702">
              <a:off x="10248169" y="5448942"/>
              <a:ext cx="431603" cy="412684"/>
              <a:chOff x="1870859" y="869908"/>
              <a:chExt cx="431603" cy="412684"/>
            </a:xfrm>
          </p:grpSpPr>
          <p:sp>
            <p:nvSpPr>
              <p:cNvPr id="6" name="Graphic 15">
                <a:extLst>
                  <a:ext uri="{FF2B5EF4-FFF2-40B4-BE49-F238E27FC236}">
                    <a16:creationId xmlns:a16="http://schemas.microsoft.com/office/drawing/2014/main" id="{B05BE7BE-7D54-A09B-8A67-6B28CF6BB6C0}"/>
                  </a:ext>
                  <a:ext uri="{C183D7F6-B498-43B3-948B-1728B52AA6E4}">
                    <adec:decorative xmlns:adec="http://schemas.microsoft.com/office/drawing/2017/decorative" val="1"/>
                  </a:ext>
                </a:extLst>
              </p:cNvPr>
              <p:cNvSpPr/>
              <p:nvPr/>
            </p:nvSpPr>
            <p:spPr>
              <a:xfrm rot="10800000">
                <a:off x="1870859" y="1154576"/>
                <a:ext cx="128016" cy="128016"/>
              </a:xfrm>
              <a:custGeom>
                <a:avLst/>
                <a:gdLst>
                  <a:gd name="connsiteX0" fmla="*/ 63857 w 127713"/>
                  <a:gd name="connsiteY0" fmla="*/ 18874 h 127713"/>
                  <a:gd name="connsiteX1" fmla="*/ 108839 w 127713"/>
                  <a:gd name="connsiteY1" fmla="*/ 63857 h 127713"/>
                  <a:gd name="connsiteX2" fmla="*/ 63857 w 127713"/>
                  <a:gd name="connsiteY2" fmla="*/ 108839 h 127713"/>
                  <a:gd name="connsiteX3" fmla="*/ 18874 w 127713"/>
                  <a:gd name="connsiteY3" fmla="*/ 63857 h 127713"/>
                  <a:gd name="connsiteX4" fmla="*/ 63857 w 127713"/>
                  <a:gd name="connsiteY4" fmla="*/ 18874 h 127713"/>
                  <a:gd name="connsiteX5" fmla="*/ 63857 w 127713"/>
                  <a:gd name="connsiteY5" fmla="*/ 0 h 127713"/>
                  <a:gd name="connsiteX6" fmla="*/ 0 w 127713"/>
                  <a:gd name="connsiteY6" fmla="*/ 63857 h 127713"/>
                  <a:gd name="connsiteX7" fmla="*/ 63857 w 127713"/>
                  <a:gd name="connsiteY7" fmla="*/ 127713 h 127713"/>
                  <a:gd name="connsiteX8" fmla="*/ 127713 w 127713"/>
                  <a:gd name="connsiteY8" fmla="*/ 63857 h 127713"/>
                  <a:gd name="connsiteX9" fmla="*/ 63857 w 127713"/>
                  <a:gd name="connsiteY9" fmla="*/ 0 h 12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3" h="127713">
                    <a:moveTo>
                      <a:pt x="63857" y="18874"/>
                    </a:moveTo>
                    <a:cubicBezTo>
                      <a:pt x="88700" y="18874"/>
                      <a:pt x="108839" y="39013"/>
                      <a:pt x="108839" y="63857"/>
                    </a:cubicBezTo>
                    <a:cubicBezTo>
                      <a:pt x="108839" y="88700"/>
                      <a:pt x="88700" y="108839"/>
                      <a:pt x="63857" y="108839"/>
                    </a:cubicBezTo>
                    <a:cubicBezTo>
                      <a:pt x="39013" y="108839"/>
                      <a:pt x="18874" y="88700"/>
                      <a:pt x="18874" y="63857"/>
                    </a:cubicBezTo>
                    <a:cubicBezTo>
                      <a:pt x="18898" y="39023"/>
                      <a:pt x="39023" y="18898"/>
                      <a:pt x="63857" y="18874"/>
                    </a:cubicBezTo>
                    <a:moveTo>
                      <a:pt x="63857" y="0"/>
                    </a:moveTo>
                    <a:cubicBezTo>
                      <a:pt x="28590" y="0"/>
                      <a:pt x="0" y="28590"/>
                      <a:pt x="0" y="63857"/>
                    </a:cubicBezTo>
                    <a:cubicBezTo>
                      <a:pt x="0" y="99124"/>
                      <a:pt x="28590" y="127713"/>
                      <a:pt x="63857" y="127713"/>
                    </a:cubicBezTo>
                    <a:cubicBezTo>
                      <a:pt x="99124" y="127713"/>
                      <a:pt x="127713" y="99124"/>
                      <a:pt x="127713" y="63857"/>
                    </a:cubicBezTo>
                    <a:cubicBezTo>
                      <a:pt x="127713" y="28590"/>
                      <a:pt x="99124" y="0"/>
                      <a:pt x="63857" y="0"/>
                    </a:cubicBezTo>
                    <a:close/>
                  </a:path>
                </a:pathLst>
              </a:custGeom>
              <a:solidFill>
                <a:schemeClr val="accent4">
                  <a:lumMod val="60000"/>
                  <a:lumOff val="40000"/>
                  <a:alpha val="49071"/>
                </a:schemeClr>
              </a:solidFill>
              <a:ln w="610" cap="flat">
                <a:noFill/>
                <a:prstDash val="solid"/>
                <a:miter/>
              </a:ln>
            </p:spPr>
            <p:txBody>
              <a:bodyPr rtlCol="0" anchor="ctr">
                <a:noAutofit/>
              </a:bodyPr>
              <a:lstStyle/>
              <a:p>
                <a:endParaRPr lang="en-US" dirty="0"/>
              </a:p>
            </p:txBody>
          </p:sp>
          <p:sp>
            <p:nvSpPr>
              <p:cNvPr id="7" name="Graphic 12">
                <a:extLst>
                  <a:ext uri="{FF2B5EF4-FFF2-40B4-BE49-F238E27FC236}">
                    <a16:creationId xmlns:a16="http://schemas.microsoft.com/office/drawing/2014/main" id="{258346A9-F75C-6704-EEED-CF7A8A0F8010}"/>
                  </a:ext>
                  <a:ext uri="{C183D7F6-B498-43B3-948B-1728B52AA6E4}">
                    <adec:decorative xmlns:adec="http://schemas.microsoft.com/office/drawing/2017/decorative" val="1"/>
                  </a:ext>
                </a:extLst>
              </p:cNvPr>
              <p:cNvSpPr/>
              <p:nvPr/>
            </p:nvSpPr>
            <p:spPr>
              <a:xfrm>
                <a:off x="2256743" y="869908"/>
                <a:ext cx="45719" cy="37785"/>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grpSp>
      </p:grpSp>
      <p:sp>
        <p:nvSpPr>
          <p:cNvPr id="2" name="Title 1">
            <a:extLst>
              <a:ext uri="{FF2B5EF4-FFF2-40B4-BE49-F238E27FC236}">
                <a16:creationId xmlns:a16="http://schemas.microsoft.com/office/drawing/2014/main" id="{782CC39D-03B1-4933-F236-462B5862EBEC}"/>
              </a:ext>
            </a:extLst>
          </p:cNvPr>
          <p:cNvSpPr>
            <a:spLocks noGrp="1"/>
          </p:cNvSpPr>
          <p:nvPr>
            <p:ph type="title"/>
          </p:nvPr>
        </p:nvSpPr>
        <p:spPr>
          <a:xfrm>
            <a:off x="2932448" y="264160"/>
            <a:ext cx="6327105" cy="3373973"/>
          </a:xfrm>
        </p:spPr>
        <p:txBody>
          <a:bodyPr anchor="b"/>
          <a:lstStyle>
            <a:lvl1pPr algn="ctr">
              <a:defRPr sz="3200" cap="all" spc="600" baseline="0">
                <a:solidFill>
                  <a:schemeClr val="accent3">
                    <a:lumMod val="75000"/>
                  </a:schemeClr>
                </a:solidFill>
              </a:defRPr>
            </a:lvl1pPr>
          </a:lstStyle>
          <a:p>
            <a:r>
              <a:rPr lang="en-US"/>
              <a:t>Click to edit Master title style</a:t>
            </a:r>
            <a:endParaRPr lang="en-US" dirty="0"/>
          </a:p>
        </p:txBody>
      </p:sp>
      <p:sp>
        <p:nvSpPr>
          <p:cNvPr id="5" name="Subtitle 2">
            <a:extLst>
              <a:ext uri="{FF2B5EF4-FFF2-40B4-BE49-F238E27FC236}">
                <a16:creationId xmlns:a16="http://schemas.microsoft.com/office/drawing/2014/main" id="{F711CA51-49DC-62CA-F147-F286B1C9DBD9}"/>
              </a:ext>
            </a:extLst>
          </p:cNvPr>
          <p:cNvSpPr>
            <a:spLocks noGrp="1"/>
          </p:cNvSpPr>
          <p:nvPr>
            <p:ph type="subTitle" idx="1" hasCustomPrompt="1"/>
          </p:nvPr>
        </p:nvSpPr>
        <p:spPr>
          <a:xfrm>
            <a:off x="2932448" y="3962135"/>
            <a:ext cx="6327105" cy="2653771"/>
          </a:xfrm>
        </p:spPr>
        <p:txBody>
          <a:bodyPr>
            <a:noAutofit/>
          </a:bodyPr>
          <a:lstStyle>
            <a:lvl1pPr marL="0" indent="0" algn="ctr">
              <a:buNone/>
              <a:defRPr sz="1800" b="0" i="0" cap="all" spc="300" baseline="0">
                <a:solidFill>
                  <a:schemeClr val="bg1"/>
                </a:solidFill>
                <a:latin typeface="+mj-lt"/>
                <a:cs typeface="Biome Light" panose="020B03030302040208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Tree>
    <p:extLst>
      <p:ext uri="{BB962C8B-B14F-4D97-AF65-F5344CB8AC3E}">
        <p14:creationId xmlns:p14="http://schemas.microsoft.com/office/powerpoint/2010/main" val="111834145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7_Title and 2 column">
    <p:bg>
      <p:bgPr>
        <a:gradFill>
          <a:gsLst>
            <a:gs pos="100000">
              <a:schemeClr val="tx2"/>
            </a:gs>
            <a:gs pos="81000">
              <a:schemeClr val="accent6"/>
            </a:gs>
            <a:gs pos="31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9C7D5518-914C-92E3-E9EC-26752C9F05AD}"/>
              </a:ext>
              <a:ext uri="{C183D7F6-B498-43B3-948B-1728B52AA6E4}">
                <adec:decorative xmlns:adec="http://schemas.microsoft.com/office/drawing/2017/decorative" val="1"/>
              </a:ext>
            </a:extLst>
          </p:cNvPr>
          <p:cNvGrpSpPr/>
          <p:nvPr userDrawn="1"/>
        </p:nvGrpSpPr>
        <p:grpSpPr>
          <a:xfrm>
            <a:off x="-1" y="-6350"/>
            <a:ext cx="12192000" cy="6864350"/>
            <a:chOff x="-1" y="-6350"/>
            <a:chExt cx="12192000" cy="6864350"/>
          </a:xfrm>
        </p:grpSpPr>
        <p:sp>
          <p:nvSpPr>
            <p:cNvPr id="4" name="Rectangle 3">
              <a:extLst>
                <a:ext uri="{FF2B5EF4-FFF2-40B4-BE49-F238E27FC236}">
                  <a16:creationId xmlns:a16="http://schemas.microsoft.com/office/drawing/2014/main" id="{C82D0B82-F74C-65EF-3BF6-8EEA16F36B7D}"/>
                </a:ext>
                <a:ext uri="{C183D7F6-B498-43B3-948B-1728B52AA6E4}">
                  <adec:decorative xmlns:adec="http://schemas.microsoft.com/office/drawing/2017/decorative" val="1"/>
                </a:ext>
              </a:extLst>
            </p:cNvPr>
            <p:cNvSpPr/>
            <p:nvPr/>
          </p:nvSpPr>
          <p:spPr>
            <a:xfrm>
              <a:off x="1428750" y="-6350"/>
              <a:ext cx="10763249" cy="686435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pic>
          <p:nvPicPr>
            <p:cNvPr id="6" name="Picture 5" descr="A blue and purple spiral&#10;&#10;Description automatically generated">
              <a:extLst>
                <a:ext uri="{FF2B5EF4-FFF2-40B4-BE49-F238E27FC236}">
                  <a16:creationId xmlns:a16="http://schemas.microsoft.com/office/drawing/2014/main" id="{44E12326-9CF4-38EC-1BAF-1F994F220899}"/>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b="-93"/>
            <a:stretch/>
          </p:blipFill>
          <p:spPr>
            <a:xfrm flipH="1">
              <a:off x="-1" y="0"/>
              <a:ext cx="1428751" cy="6858000"/>
            </a:xfrm>
            <a:prstGeom prst="rect">
              <a:avLst/>
            </a:prstGeom>
          </p:spPr>
        </p:pic>
        <p:grpSp>
          <p:nvGrpSpPr>
            <p:cNvPr id="7" name="Group 6">
              <a:extLst>
                <a:ext uri="{FF2B5EF4-FFF2-40B4-BE49-F238E27FC236}">
                  <a16:creationId xmlns:a16="http://schemas.microsoft.com/office/drawing/2014/main" id="{AD5C1D9C-B114-FC6A-9213-7287D39EAD9F}"/>
                </a:ext>
              </a:extLst>
            </p:cNvPr>
            <p:cNvGrpSpPr/>
            <p:nvPr/>
          </p:nvGrpSpPr>
          <p:grpSpPr>
            <a:xfrm>
              <a:off x="10649689" y="4382998"/>
              <a:ext cx="754139" cy="1865729"/>
              <a:chOff x="653351" y="2693558"/>
              <a:chExt cx="754139" cy="1865729"/>
            </a:xfrm>
          </p:grpSpPr>
          <p:sp>
            <p:nvSpPr>
              <p:cNvPr id="11" name="Graphic 15">
                <a:extLst>
                  <a:ext uri="{FF2B5EF4-FFF2-40B4-BE49-F238E27FC236}">
                    <a16:creationId xmlns:a16="http://schemas.microsoft.com/office/drawing/2014/main" id="{2BC89B10-C93E-8CE5-73B3-F6049168C313}"/>
                  </a:ext>
                  <a:ext uri="{C183D7F6-B498-43B3-948B-1728B52AA6E4}">
                    <adec:decorative xmlns:adec="http://schemas.microsoft.com/office/drawing/2017/decorative" val="1"/>
                  </a:ext>
                </a:extLst>
              </p:cNvPr>
              <p:cNvSpPr/>
              <p:nvPr/>
            </p:nvSpPr>
            <p:spPr>
              <a:xfrm>
                <a:off x="1098137" y="2693558"/>
                <a:ext cx="128016" cy="128016"/>
              </a:xfrm>
              <a:custGeom>
                <a:avLst/>
                <a:gdLst>
                  <a:gd name="connsiteX0" fmla="*/ 63857 w 127713"/>
                  <a:gd name="connsiteY0" fmla="*/ 18874 h 127713"/>
                  <a:gd name="connsiteX1" fmla="*/ 108839 w 127713"/>
                  <a:gd name="connsiteY1" fmla="*/ 63857 h 127713"/>
                  <a:gd name="connsiteX2" fmla="*/ 63857 w 127713"/>
                  <a:gd name="connsiteY2" fmla="*/ 108839 h 127713"/>
                  <a:gd name="connsiteX3" fmla="*/ 18874 w 127713"/>
                  <a:gd name="connsiteY3" fmla="*/ 63857 h 127713"/>
                  <a:gd name="connsiteX4" fmla="*/ 63857 w 127713"/>
                  <a:gd name="connsiteY4" fmla="*/ 18874 h 127713"/>
                  <a:gd name="connsiteX5" fmla="*/ 63857 w 127713"/>
                  <a:gd name="connsiteY5" fmla="*/ 0 h 127713"/>
                  <a:gd name="connsiteX6" fmla="*/ 0 w 127713"/>
                  <a:gd name="connsiteY6" fmla="*/ 63857 h 127713"/>
                  <a:gd name="connsiteX7" fmla="*/ 63857 w 127713"/>
                  <a:gd name="connsiteY7" fmla="*/ 127713 h 127713"/>
                  <a:gd name="connsiteX8" fmla="*/ 127713 w 127713"/>
                  <a:gd name="connsiteY8" fmla="*/ 63857 h 127713"/>
                  <a:gd name="connsiteX9" fmla="*/ 63857 w 127713"/>
                  <a:gd name="connsiteY9" fmla="*/ 0 h 12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3" h="127713">
                    <a:moveTo>
                      <a:pt x="63857" y="18874"/>
                    </a:moveTo>
                    <a:cubicBezTo>
                      <a:pt x="88700" y="18874"/>
                      <a:pt x="108839" y="39013"/>
                      <a:pt x="108839" y="63857"/>
                    </a:cubicBezTo>
                    <a:cubicBezTo>
                      <a:pt x="108839" y="88700"/>
                      <a:pt x="88700" y="108839"/>
                      <a:pt x="63857" y="108839"/>
                    </a:cubicBezTo>
                    <a:cubicBezTo>
                      <a:pt x="39013" y="108839"/>
                      <a:pt x="18874" y="88700"/>
                      <a:pt x="18874" y="63857"/>
                    </a:cubicBezTo>
                    <a:cubicBezTo>
                      <a:pt x="18898" y="39023"/>
                      <a:pt x="39023" y="18898"/>
                      <a:pt x="63857" y="18874"/>
                    </a:cubicBezTo>
                    <a:moveTo>
                      <a:pt x="63857" y="0"/>
                    </a:moveTo>
                    <a:cubicBezTo>
                      <a:pt x="28590" y="0"/>
                      <a:pt x="0" y="28590"/>
                      <a:pt x="0" y="63857"/>
                    </a:cubicBezTo>
                    <a:cubicBezTo>
                      <a:pt x="0" y="99124"/>
                      <a:pt x="28590" y="127713"/>
                      <a:pt x="63857" y="127713"/>
                    </a:cubicBezTo>
                    <a:cubicBezTo>
                      <a:pt x="99124" y="127713"/>
                      <a:pt x="127713" y="99124"/>
                      <a:pt x="127713" y="63857"/>
                    </a:cubicBezTo>
                    <a:cubicBezTo>
                      <a:pt x="127713" y="28590"/>
                      <a:pt x="99124" y="0"/>
                      <a:pt x="63857" y="0"/>
                    </a:cubicBezTo>
                    <a:close/>
                  </a:path>
                </a:pathLst>
              </a:custGeom>
              <a:solidFill>
                <a:schemeClr val="accent4">
                  <a:lumMod val="60000"/>
                  <a:lumOff val="40000"/>
                  <a:alpha val="49071"/>
                </a:schemeClr>
              </a:solidFill>
              <a:ln w="610" cap="flat">
                <a:noFill/>
                <a:prstDash val="solid"/>
                <a:miter/>
              </a:ln>
            </p:spPr>
            <p:txBody>
              <a:bodyPr rtlCol="0" anchor="ctr">
                <a:noAutofit/>
              </a:bodyPr>
              <a:lstStyle/>
              <a:p>
                <a:endParaRPr lang="en-US" dirty="0"/>
              </a:p>
            </p:txBody>
          </p:sp>
          <p:sp>
            <p:nvSpPr>
              <p:cNvPr id="12" name="Graphic 12">
                <a:extLst>
                  <a:ext uri="{FF2B5EF4-FFF2-40B4-BE49-F238E27FC236}">
                    <a16:creationId xmlns:a16="http://schemas.microsoft.com/office/drawing/2014/main" id="{39DB2AA2-9661-AC91-932D-2F1BEC47BD84}"/>
                  </a:ext>
                  <a:ext uri="{C183D7F6-B498-43B3-948B-1728B52AA6E4}">
                    <adec:decorative xmlns:adec="http://schemas.microsoft.com/office/drawing/2017/decorative" val="1"/>
                  </a:ext>
                </a:extLst>
              </p:cNvPr>
              <p:cNvSpPr/>
              <p:nvPr/>
            </p:nvSpPr>
            <p:spPr>
              <a:xfrm>
                <a:off x="1306906" y="3837599"/>
                <a:ext cx="100584" cy="100584"/>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sp>
            <p:nvSpPr>
              <p:cNvPr id="13" name="Graphic 12">
                <a:extLst>
                  <a:ext uri="{FF2B5EF4-FFF2-40B4-BE49-F238E27FC236}">
                    <a16:creationId xmlns:a16="http://schemas.microsoft.com/office/drawing/2014/main" id="{86C9AC9B-3792-E880-03FE-D46FB046AB63}"/>
                  </a:ext>
                  <a:ext uri="{C183D7F6-B498-43B3-948B-1728B52AA6E4}">
                    <adec:decorative xmlns:adec="http://schemas.microsoft.com/office/drawing/2017/decorative" val="1"/>
                  </a:ext>
                </a:extLst>
              </p:cNvPr>
              <p:cNvSpPr/>
              <p:nvPr/>
            </p:nvSpPr>
            <p:spPr>
              <a:xfrm>
                <a:off x="653351" y="4521502"/>
                <a:ext cx="45719" cy="37785"/>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grpSp>
        <p:grpSp>
          <p:nvGrpSpPr>
            <p:cNvPr id="8" name="Group 7">
              <a:extLst>
                <a:ext uri="{FF2B5EF4-FFF2-40B4-BE49-F238E27FC236}">
                  <a16:creationId xmlns:a16="http://schemas.microsoft.com/office/drawing/2014/main" id="{1142A133-65D6-D958-C0CD-E8D45B9BD7BB}"/>
                </a:ext>
              </a:extLst>
            </p:cNvPr>
            <p:cNvGrpSpPr/>
            <p:nvPr/>
          </p:nvGrpSpPr>
          <p:grpSpPr>
            <a:xfrm>
              <a:off x="1870859" y="869908"/>
              <a:ext cx="431603" cy="412684"/>
              <a:chOff x="1870859" y="869908"/>
              <a:chExt cx="431603" cy="412684"/>
            </a:xfrm>
          </p:grpSpPr>
          <p:sp>
            <p:nvSpPr>
              <p:cNvPr id="9" name="Graphic 15">
                <a:extLst>
                  <a:ext uri="{FF2B5EF4-FFF2-40B4-BE49-F238E27FC236}">
                    <a16:creationId xmlns:a16="http://schemas.microsoft.com/office/drawing/2014/main" id="{A746B023-387D-4EAC-052B-60F131E6E707}"/>
                  </a:ext>
                  <a:ext uri="{C183D7F6-B498-43B3-948B-1728B52AA6E4}">
                    <adec:decorative xmlns:adec="http://schemas.microsoft.com/office/drawing/2017/decorative" val="1"/>
                  </a:ext>
                </a:extLst>
              </p:cNvPr>
              <p:cNvSpPr/>
              <p:nvPr/>
            </p:nvSpPr>
            <p:spPr>
              <a:xfrm rot="10800000">
                <a:off x="1870859" y="1154576"/>
                <a:ext cx="128016" cy="128016"/>
              </a:xfrm>
              <a:custGeom>
                <a:avLst/>
                <a:gdLst>
                  <a:gd name="connsiteX0" fmla="*/ 63857 w 127713"/>
                  <a:gd name="connsiteY0" fmla="*/ 18874 h 127713"/>
                  <a:gd name="connsiteX1" fmla="*/ 108839 w 127713"/>
                  <a:gd name="connsiteY1" fmla="*/ 63857 h 127713"/>
                  <a:gd name="connsiteX2" fmla="*/ 63857 w 127713"/>
                  <a:gd name="connsiteY2" fmla="*/ 108839 h 127713"/>
                  <a:gd name="connsiteX3" fmla="*/ 18874 w 127713"/>
                  <a:gd name="connsiteY3" fmla="*/ 63857 h 127713"/>
                  <a:gd name="connsiteX4" fmla="*/ 63857 w 127713"/>
                  <a:gd name="connsiteY4" fmla="*/ 18874 h 127713"/>
                  <a:gd name="connsiteX5" fmla="*/ 63857 w 127713"/>
                  <a:gd name="connsiteY5" fmla="*/ 0 h 127713"/>
                  <a:gd name="connsiteX6" fmla="*/ 0 w 127713"/>
                  <a:gd name="connsiteY6" fmla="*/ 63857 h 127713"/>
                  <a:gd name="connsiteX7" fmla="*/ 63857 w 127713"/>
                  <a:gd name="connsiteY7" fmla="*/ 127713 h 127713"/>
                  <a:gd name="connsiteX8" fmla="*/ 127713 w 127713"/>
                  <a:gd name="connsiteY8" fmla="*/ 63857 h 127713"/>
                  <a:gd name="connsiteX9" fmla="*/ 63857 w 127713"/>
                  <a:gd name="connsiteY9" fmla="*/ 0 h 12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3" h="127713">
                    <a:moveTo>
                      <a:pt x="63857" y="18874"/>
                    </a:moveTo>
                    <a:cubicBezTo>
                      <a:pt x="88700" y="18874"/>
                      <a:pt x="108839" y="39013"/>
                      <a:pt x="108839" y="63857"/>
                    </a:cubicBezTo>
                    <a:cubicBezTo>
                      <a:pt x="108839" y="88700"/>
                      <a:pt x="88700" y="108839"/>
                      <a:pt x="63857" y="108839"/>
                    </a:cubicBezTo>
                    <a:cubicBezTo>
                      <a:pt x="39013" y="108839"/>
                      <a:pt x="18874" y="88700"/>
                      <a:pt x="18874" y="63857"/>
                    </a:cubicBezTo>
                    <a:cubicBezTo>
                      <a:pt x="18898" y="39023"/>
                      <a:pt x="39023" y="18898"/>
                      <a:pt x="63857" y="18874"/>
                    </a:cubicBezTo>
                    <a:moveTo>
                      <a:pt x="63857" y="0"/>
                    </a:moveTo>
                    <a:cubicBezTo>
                      <a:pt x="28590" y="0"/>
                      <a:pt x="0" y="28590"/>
                      <a:pt x="0" y="63857"/>
                    </a:cubicBezTo>
                    <a:cubicBezTo>
                      <a:pt x="0" y="99124"/>
                      <a:pt x="28590" y="127713"/>
                      <a:pt x="63857" y="127713"/>
                    </a:cubicBezTo>
                    <a:cubicBezTo>
                      <a:pt x="99124" y="127713"/>
                      <a:pt x="127713" y="99124"/>
                      <a:pt x="127713" y="63857"/>
                    </a:cubicBezTo>
                    <a:cubicBezTo>
                      <a:pt x="127713" y="28590"/>
                      <a:pt x="99124" y="0"/>
                      <a:pt x="63857" y="0"/>
                    </a:cubicBezTo>
                    <a:close/>
                  </a:path>
                </a:pathLst>
              </a:custGeom>
              <a:solidFill>
                <a:schemeClr val="accent4">
                  <a:lumMod val="60000"/>
                  <a:lumOff val="40000"/>
                  <a:alpha val="49071"/>
                </a:schemeClr>
              </a:solidFill>
              <a:ln w="610" cap="flat">
                <a:noFill/>
                <a:prstDash val="solid"/>
                <a:miter/>
              </a:ln>
            </p:spPr>
            <p:txBody>
              <a:bodyPr rtlCol="0" anchor="ctr">
                <a:noAutofit/>
              </a:bodyPr>
              <a:lstStyle/>
              <a:p>
                <a:endParaRPr lang="en-US" dirty="0"/>
              </a:p>
            </p:txBody>
          </p:sp>
          <p:sp>
            <p:nvSpPr>
              <p:cNvPr id="10" name="Graphic 12">
                <a:extLst>
                  <a:ext uri="{FF2B5EF4-FFF2-40B4-BE49-F238E27FC236}">
                    <a16:creationId xmlns:a16="http://schemas.microsoft.com/office/drawing/2014/main" id="{20760125-21CF-A296-3EA7-3C6C0E9BCB2F}"/>
                  </a:ext>
                  <a:ext uri="{C183D7F6-B498-43B3-948B-1728B52AA6E4}">
                    <adec:decorative xmlns:adec="http://schemas.microsoft.com/office/drawing/2017/decorative" val="1"/>
                  </a:ext>
                </a:extLst>
              </p:cNvPr>
              <p:cNvSpPr/>
              <p:nvPr/>
            </p:nvSpPr>
            <p:spPr>
              <a:xfrm>
                <a:off x="2256743" y="869908"/>
                <a:ext cx="45719" cy="37785"/>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grpSp>
      </p:grpSp>
      <p:cxnSp>
        <p:nvCxnSpPr>
          <p:cNvPr id="14" name="Straight Connector 13">
            <a:extLst>
              <a:ext uri="{FF2B5EF4-FFF2-40B4-BE49-F238E27FC236}">
                <a16:creationId xmlns:a16="http://schemas.microsoft.com/office/drawing/2014/main" id="{7F851D11-41E3-33F2-CBA6-B2A9A5A2A517}"/>
              </a:ext>
              <a:ext uri="{C183D7F6-B498-43B3-948B-1728B52AA6E4}">
                <adec:decorative xmlns:adec="http://schemas.microsoft.com/office/drawing/2017/decorative" val="1"/>
              </a:ext>
            </a:extLst>
          </p:cNvPr>
          <p:cNvCxnSpPr>
            <a:cxnSpLocks/>
          </p:cNvCxnSpPr>
          <p:nvPr userDrawn="1"/>
        </p:nvCxnSpPr>
        <p:spPr>
          <a:xfrm>
            <a:off x="2369139" y="2002443"/>
            <a:ext cx="8873530"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2399620" y="162560"/>
            <a:ext cx="8843050" cy="1616904"/>
          </a:xfrm>
        </p:spPr>
        <p:txBody>
          <a:bodyPr lIns="0" anchor="b">
            <a:noAutofit/>
          </a:bodyPr>
          <a:lstStyle>
            <a:lvl1pPr algn="l">
              <a:defRPr sz="3200" cap="all" spc="0" baseline="0">
                <a:solidFill>
                  <a:schemeClr val="accent3">
                    <a:lumMod val="75000"/>
                  </a:schemeClr>
                </a:solidFill>
              </a:defRPr>
            </a:lvl1pPr>
          </a:lstStyle>
          <a:p>
            <a:r>
              <a:rPr lang="en-US" dirty="0"/>
              <a:t>Click to add title</a:t>
            </a:r>
          </a:p>
        </p:txBody>
      </p:sp>
      <p:sp>
        <p:nvSpPr>
          <p:cNvPr id="5" name="Content Placeholder 4">
            <a:extLst>
              <a:ext uri="{FF2B5EF4-FFF2-40B4-BE49-F238E27FC236}">
                <a16:creationId xmlns:a16="http://schemas.microsoft.com/office/drawing/2014/main" id="{A2003C5A-BF21-DE87-0ED1-3E2D0F32B5D8}"/>
              </a:ext>
            </a:extLst>
          </p:cNvPr>
          <p:cNvSpPr>
            <a:spLocks noGrp="1"/>
          </p:cNvSpPr>
          <p:nvPr>
            <p:ph sz="quarter" idx="35" hasCustomPrompt="1"/>
          </p:nvPr>
        </p:nvSpPr>
        <p:spPr>
          <a:xfrm>
            <a:off x="2373002" y="2474811"/>
            <a:ext cx="4015098" cy="3528397"/>
          </a:xfrm>
        </p:spPr>
        <p:txBody>
          <a:bodyPr/>
          <a:lstStyle>
            <a:lvl1pPr marL="0" indent="0">
              <a:lnSpc>
                <a:spcPct val="120000"/>
              </a:lnSpc>
              <a:spcBef>
                <a:spcPts val="1000"/>
              </a:spcBef>
              <a:buClr>
                <a:schemeClr val="accent6"/>
              </a:buClr>
              <a:buFont typeface="Arial" panose="020B0604020202020204" pitchFamily="34" charset="0"/>
              <a:buNone/>
              <a:defRPr sz="1800" spc="0" baseline="0">
                <a:solidFill>
                  <a:schemeClr val="bg1"/>
                </a:solidFill>
                <a:latin typeface="+mn-lt"/>
              </a:defRPr>
            </a:lvl1pPr>
            <a:lvl2pPr marL="283464"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defRPr>
            </a:lvl2pPr>
            <a:lvl3pPr marL="566928"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defRPr>
            </a:lvl3pPr>
            <a:lvl4pPr marL="859536"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defRPr>
            </a:lvl4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21" name="Content Placeholder 4">
            <a:extLst>
              <a:ext uri="{FF2B5EF4-FFF2-40B4-BE49-F238E27FC236}">
                <a16:creationId xmlns:a16="http://schemas.microsoft.com/office/drawing/2014/main" id="{D77F99A7-26FA-422E-43E9-C76B4A56E44A}"/>
              </a:ext>
            </a:extLst>
          </p:cNvPr>
          <p:cNvSpPr>
            <a:spLocks noGrp="1"/>
          </p:cNvSpPr>
          <p:nvPr>
            <p:ph sz="quarter" idx="36" hasCustomPrompt="1"/>
          </p:nvPr>
        </p:nvSpPr>
        <p:spPr>
          <a:xfrm>
            <a:off x="6995159" y="2474811"/>
            <a:ext cx="4227332" cy="3528397"/>
          </a:xfrm>
        </p:spPr>
        <p:txBody>
          <a:bodyPr/>
          <a:lstStyle>
            <a:lvl1pPr marL="0" indent="0">
              <a:lnSpc>
                <a:spcPct val="120000"/>
              </a:lnSpc>
              <a:spcBef>
                <a:spcPts val="1000"/>
              </a:spcBef>
              <a:buClr>
                <a:schemeClr val="accent6"/>
              </a:buClr>
              <a:buFont typeface="Arial" panose="020B0604020202020204" pitchFamily="34" charset="0"/>
              <a:buNone/>
              <a:defRPr sz="1800" spc="0" baseline="0">
                <a:solidFill>
                  <a:schemeClr val="bg1"/>
                </a:solidFill>
                <a:latin typeface="+mn-lt"/>
              </a:defRPr>
            </a:lvl1pPr>
            <a:lvl2pPr marL="283464"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defRPr>
            </a:lvl2pPr>
            <a:lvl3pPr marL="566928"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defRPr>
            </a:lvl3pPr>
            <a:lvl4pPr marL="859536"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defRPr>
            </a:lvl4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127582842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8_Title and 2 column">
    <p:bg>
      <p:bgPr>
        <a:gradFill>
          <a:gsLst>
            <a:gs pos="100000">
              <a:schemeClr val="tx2"/>
            </a:gs>
            <a:gs pos="81000">
              <a:schemeClr val="accent6"/>
            </a:gs>
            <a:gs pos="31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3A7247A-846A-F316-B494-69B42CBF34DD}"/>
              </a:ext>
              <a:ext uri="{C183D7F6-B498-43B3-948B-1728B52AA6E4}">
                <adec:decorative xmlns:adec="http://schemas.microsoft.com/office/drawing/2017/decorative" val="1"/>
              </a:ext>
            </a:extLst>
          </p:cNvPr>
          <p:cNvSpPr/>
          <p:nvPr userDrawn="1"/>
        </p:nvSpPr>
        <p:spPr>
          <a:xfrm>
            <a:off x="321869" y="343814"/>
            <a:ext cx="11550701" cy="6210605"/>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cxnSp>
        <p:nvCxnSpPr>
          <p:cNvPr id="4" name="Straight Connector 3">
            <a:extLst>
              <a:ext uri="{FF2B5EF4-FFF2-40B4-BE49-F238E27FC236}">
                <a16:creationId xmlns:a16="http://schemas.microsoft.com/office/drawing/2014/main" id="{884B3AF6-983E-0901-0045-6CDF4E93E1BA}"/>
              </a:ext>
              <a:ext uri="{C183D7F6-B498-43B3-948B-1728B52AA6E4}">
                <adec:decorative xmlns:adec="http://schemas.microsoft.com/office/drawing/2017/decorative" val="1"/>
              </a:ext>
            </a:extLst>
          </p:cNvPr>
          <p:cNvCxnSpPr>
            <a:cxnSpLocks/>
          </p:cNvCxnSpPr>
          <p:nvPr userDrawn="1"/>
        </p:nvCxnSpPr>
        <p:spPr>
          <a:xfrm>
            <a:off x="807039" y="1983705"/>
            <a:ext cx="10435630"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grpSp>
        <p:nvGrpSpPr>
          <p:cNvPr id="9" name="Group 8">
            <a:extLst>
              <a:ext uri="{FF2B5EF4-FFF2-40B4-BE49-F238E27FC236}">
                <a16:creationId xmlns:a16="http://schemas.microsoft.com/office/drawing/2014/main" id="{3C5B7647-403E-A66E-6CF4-0D3A99AA5154}"/>
              </a:ext>
              <a:ext uri="{C183D7F6-B498-43B3-948B-1728B52AA6E4}">
                <adec:decorative xmlns:adec="http://schemas.microsoft.com/office/drawing/2017/decorative" val="1"/>
              </a:ext>
            </a:extLst>
          </p:cNvPr>
          <p:cNvGrpSpPr/>
          <p:nvPr userDrawn="1"/>
        </p:nvGrpSpPr>
        <p:grpSpPr>
          <a:xfrm rot="10800000" flipH="1">
            <a:off x="10488530" y="4210019"/>
            <a:ext cx="754139" cy="1865729"/>
            <a:chOff x="653351" y="2693558"/>
            <a:chExt cx="754139" cy="1865729"/>
          </a:xfrm>
        </p:grpSpPr>
        <p:sp>
          <p:nvSpPr>
            <p:cNvPr id="10" name="Graphic 15">
              <a:extLst>
                <a:ext uri="{FF2B5EF4-FFF2-40B4-BE49-F238E27FC236}">
                  <a16:creationId xmlns:a16="http://schemas.microsoft.com/office/drawing/2014/main" id="{E48E731E-FEF1-9C59-64B0-9CB6E8853912}"/>
                </a:ext>
                <a:ext uri="{C183D7F6-B498-43B3-948B-1728B52AA6E4}">
                  <adec:decorative xmlns:adec="http://schemas.microsoft.com/office/drawing/2017/decorative" val="1"/>
                </a:ext>
              </a:extLst>
            </p:cNvPr>
            <p:cNvSpPr/>
            <p:nvPr/>
          </p:nvSpPr>
          <p:spPr>
            <a:xfrm>
              <a:off x="1098137" y="2693558"/>
              <a:ext cx="128016" cy="128016"/>
            </a:xfrm>
            <a:custGeom>
              <a:avLst/>
              <a:gdLst>
                <a:gd name="connsiteX0" fmla="*/ 63857 w 127713"/>
                <a:gd name="connsiteY0" fmla="*/ 18874 h 127713"/>
                <a:gd name="connsiteX1" fmla="*/ 108839 w 127713"/>
                <a:gd name="connsiteY1" fmla="*/ 63857 h 127713"/>
                <a:gd name="connsiteX2" fmla="*/ 63857 w 127713"/>
                <a:gd name="connsiteY2" fmla="*/ 108839 h 127713"/>
                <a:gd name="connsiteX3" fmla="*/ 18874 w 127713"/>
                <a:gd name="connsiteY3" fmla="*/ 63857 h 127713"/>
                <a:gd name="connsiteX4" fmla="*/ 63857 w 127713"/>
                <a:gd name="connsiteY4" fmla="*/ 18874 h 127713"/>
                <a:gd name="connsiteX5" fmla="*/ 63857 w 127713"/>
                <a:gd name="connsiteY5" fmla="*/ 0 h 127713"/>
                <a:gd name="connsiteX6" fmla="*/ 0 w 127713"/>
                <a:gd name="connsiteY6" fmla="*/ 63857 h 127713"/>
                <a:gd name="connsiteX7" fmla="*/ 63857 w 127713"/>
                <a:gd name="connsiteY7" fmla="*/ 127713 h 127713"/>
                <a:gd name="connsiteX8" fmla="*/ 127713 w 127713"/>
                <a:gd name="connsiteY8" fmla="*/ 63857 h 127713"/>
                <a:gd name="connsiteX9" fmla="*/ 63857 w 127713"/>
                <a:gd name="connsiteY9" fmla="*/ 0 h 12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3" h="127713">
                  <a:moveTo>
                    <a:pt x="63857" y="18874"/>
                  </a:moveTo>
                  <a:cubicBezTo>
                    <a:pt x="88700" y="18874"/>
                    <a:pt x="108839" y="39013"/>
                    <a:pt x="108839" y="63857"/>
                  </a:cubicBezTo>
                  <a:cubicBezTo>
                    <a:pt x="108839" y="88700"/>
                    <a:pt x="88700" y="108839"/>
                    <a:pt x="63857" y="108839"/>
                  </a:cubicBezTo>
                  <a:cubicBezTo>
                    <a:pt x="39013" y="108839"/>
                    <a:pt x="18874" y="88700"/>
                    <a:pt x="18874" y="63857"/>
                  </a:cubicBezTo>
                  <a:cubicBezTo>
                    <a:pt x="18898" y="39023"/>
                    <a:pt x="39023" y="18898"/>
                    <a:pt x="63857" y="18874"/>
                  </a:cubicBezTo>
                  <a:moveTo>
                    <a:pt x="63857" y="0"/>
                  </a:moveTo>
                  <a:cubicBezTo>
                    <a:pt x="28590" y="0"/>
                    <a:pt x="0" y="28590"/>
                    <a:pt x="0" y="63857"/>
                  </a:cubicBezTo>
                  <a:cubicBezTo>
                    <a:pt x="0" y="99124"/>
                    <a:pt x="28590" y="127713"/>
                    <a:pt x="63857" y="127713"/>
                  </a:cubicBezTo>
                  <a:cubicBezTo>
                    <a:pt x="99124" y="127713"/>
                    <a:pt x="127713" y="99124"/>
                    <a:pt x="127713" y="63857"/>
                  </a:cubicBezTo>
                  <a:cubicBezTo>
                    <a:pt x="127713" y="28590"/>
                    <a:pt x="99124" y="0"/>
                    <a:pt x="63857" y="0"/>
                  </a:cubicBezTo>
                  <a:close/>
                </a:path>
              </a:pathLst>
            </a:custGeom>
            <a:solidFill>
              <a:schemeClr val="accent4">
                <a:lumMod val="60000"/>
                <a:lumOff val="40000"/>
                <a:alpha val="49071"/>
              </a:schemeClr>
            </a:solidFill>
            <a:ln w="610" cap="flat">
              <a:noFill/>
              <a:prstDash val="solid"/>
              <a:miter/>
            </a:ln>
          </p:spPr>
          <p:txBody>
            <a:bodyPr rtlCol="0" anchor="ctr">
              <a:noAutofit/>
            </a:bodyPr>
            <a:lstStyle/>
            <a:p>
              <a:endParaRPr lang="en-US" dirty="0"/>
            </a:p>
          </p:txBody>
        </p:sp>
        <p:sp>
          <p:nvSpPr>
            <p:cNvPr id="11" name="Graphic 12">
              <a:extLst>
                <a:ext uri="{FF2B5EF4-FFF2-40B4-BE49-F238E27FC236}">
                  <a16:creationId xmlns:a16="http://schemas.microsoft.com/office/drawing/2014/main" id="{AFE83BB3-4D12-8E20-CA93-1834D7F0A434}"/>
                </a:ext>
                <a:ext uri="{C183D7F6-B498-43B3-948B-1728B52AA6E4}">
                  <adec:decorative xmlns:adec="http://schemas.microsoft.com/office/drawing/2017/decorative" val="1"/>
                </a:ext>
              </a:extLst>
            </p:cNvPr>
            <p:cNvSpPr/>
            <p:nvPr/>
          </p:nvSpPr>
          <p:spPr>
            <a:xfrm>
              <a:off x="1306906" y="3837599"/>
              <a:ext cx="100584" cy="100584"/>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sp>
          <p:nvSpPr>
            <p:cNvPr id="12" name="Graphic 12">
              <a:extLst>
                <a:ext uri="{FF2B5EF4-FFF2-40B4-BE49-F238E27FC236}">
                  <a16:creationId xmlns:a16="http://schemas.microsoft.com/office/drawing/2014/main" id="{3EB1D810-BC05-6C0E-0DE4-3604EBAADCC3}"/>
                </a:ext>
                <a:ext uri="{C183D7F6-B498-43B3-948B-1728B52AA6E4}">
                  <adec:decorative xmlns:adec="http://schemas.microsoft.com/office/drawing/2017/decorative" val="1"/>
                </a:ext>
              </a:extLst>
            </p:cNvPr>
            <p:cNvSpPr/>
            <p:nvPr/>
          </p:nvSpPr>
          <p:spPr>
            <a:xfrm>
              <a:off x="653351" y="4521502"/>
              <a:ext cx="45719" cy="37785"/>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grp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741680" y="430482"/>
            <a:ext cx="10500989" cy="1327464"/>
          </a:xfrm>
        </p:spPr>
        <p:txBody>
          <a:bodyPr anchor="b">
            <a:noAutofit/>
          </a:bodyPr>
          <a:lstStyle>
            <a:lvl1pPr algn="l">
              <a:defRPr sz="3200" cap="all" spc="0" baseline="0">
                <a:solidFill>
                  <a:schemeClr val="accent3">
                    <a:lumMod val="75000"/>
                  </a:schemeClr>
                </a:solidFill>
              </a:defRPr>
            </a:lvl1pPr>
          </a:lstStyle>
          <a:p>
            <a:r>
              <a:rPr lang="en-US" dirty="0"/>
              <a:t>Click to add title</a:t>
            </a:r>
          </a:p>
        </p:txBody>
      </p:sp>
      <p:sp>
        <p:nvSpPr>
          <p:cNvPr id="5" name="Content Placeholder 4">
            <a:extLst>
              <a:ext uri="{FF2B5EF4-FFF2-40B4-BE49-F238E27FC236}">
                <a16:creationId xmlns:a16="http://schemas.microsoft.com/office/drawing/2014/main" id="{A2003C5A-BF21-DE87-0ED1-3E2D0F32B5D8}"/>
              </a:ext>
            </a:extLst>
          </p:cNvPr>
          <p:cNvSpPr>
            <a:spLocks noGrp="1"/>
          </p:cNvSpPr>
          <p:nvPr>
            <p:ph sz="quarter" idx="35" hasCustomPrompt="1"/>
          </p:nvPr>
        </p:nvSpPr>
        <p:spPr>
          <a:xfrm>
            <a:off x="807038" y="2465539"/>
            <a:ext cx="3774587" cy="3723753"/>
          </a:xfrm>
        </p:spPr>
        <p:txBody>
          <a:bodyPr/>
          <a:lstStyle>
            <a:lvl1pPr marL="342900" indent="-342900">
              <a:lnSpc>
                <a:spcPct val="120000"/>
              </a:lnSpc>
              <a:spcBef>
                <a:spcPts val="1000"/>
              </a:spcBef>
              <a:buClr>
                <a:schemeClr val="accent3">
                  <a:lumMod val="75000"/>
                </a:schemeClr>
              </a:buClr>
              <a:buFont typeface="+mj-lt"/>
              <a:buAutoNum type="arabicPeriod"/>
              <a:defRPr sz="1800" spc="0" baseline="0">
                <a:solidFill>
                  <a:schemeClr val="bg1"/>
                </a:solidFill>
                <a:latin typeface="+mn-lt"/>
              </a:defRPr>
            </a:lvl1pPr>
            <a:lvl2pPr marL="626364" indent="-342900">
              <a:lnSpc>
                <a:spcPct val="120000"/>
              </a:lnSpc>
              <a:spcBef>
                <a:spcPts val="1000"/>
              </a:spcBef>
              <a:buClr>
                <a:schemeClr val="accent3">
                  <a:lumMod val="75000"/>
                </a:schemeClr>
              </a:buClr>
              <a:buFont typeface="+mj-lt"/>
              <a:buAutoNum type="alphaLcPeriod"/>
              <a:defRPr sz="1800" spc="0">
                <a:solidFill>
                  <a:schemeClr val="bg1"/>
                </a:solidFill>
                <a:latin typeface="+mn-lt"/>
              </a:defRPr>
            </a:lvl2pPr>
            <a:lvl3pPr marL="918972" indent="-342900">
              <a:lnSpc>
                <a:spcPct val="120000"/>
              </a:lnSpc>
              <a:spcBef>
                <a:spcPts val="1000"/>
              </a:spcBef>
              <a:buClr>
                <a:schemeClr val="accent3">
                  <a:lumMod val="75000"/>
                </a:schemeClr>
              </a:buClr>
              <a:buFont typeface="+mj-lt"/>
              <a:buAutoNum type="arabicParenR"/>
              <a:defRPr sz="1800" spc="0">
                <a:solidFill>
                  <a:schemeClr val="bg1"/>
                </a:solidFill>
                <a:latin typeface="+mn-lt"/>
              </a:defRPr>
            </a:lvl3pPr>
            <a:lvl4pPr marL="1209294" indent="-342900">
              <a:lnSpc>
                <a:spcPct val="120000"/>
              </a:lnSpc>
              <a:spcBef>
                <a:spcPts val="1000"/>
              </a:spcBef>
              <a:buClr>
                <a:schemeClr val="accent3">
                  <a:lumMod val="75000"/>
                </a:schemeClr>
              </a:buClr>
              <a:buFont typeface="+mj-lt"/>
              <a:buAutoNum type="alphaLcParenR"/>
              <a:defRPr sz="1800" spc="0">
                <a:solidFill>
                  <a:schemeClr val="bg1"/>
                </a:solidFill>
                <a:latin typeface="+mn-lt"/>
              </a:defRPr>
            </a:lvl4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19" name="Content Placeholder 4">
            <a:extLst>
              <a:ext uri="{FF2B5EF4-FFF2-40B4-BE49-F238E27FC236}">
                <a16:creationId xmlns:a16="http://schemas.microsoft.com/office/drawing/2014/main" id="{39870F08-C2AE-9AF7-58DE-EEA8A48BEDA9}"/>
              </a:ext>
            </a:extLst>
          </p:cNvPr>
          <p:cNvSpPr>
            <a:spLocks noGrp="1"/>
          </p:cNvSpPr>
          <p:nvPr>
            <p:ph sz="quarter" idx="36" hasCustomPrompt="1"/>
          </p:nvPr>
        </p:nvSpPr>
        <p:spPr>
          <a:xfrm>
            <a:off x="4927600" y="2465539"/>
            <a:ext cx="6315069" cy="3723753"/>
          </a:xfrm>
        </p:spPr>
        <p:txBody>
          <a:bodyPr/>
          <a:lstStyle>
            <a:lvl1pPr marL="0" indent="0">
              <a:lnSpc>
                <a:spcPct val="120000"/>
              </a:lnSpc>
              <a:spcBef>
                <a:spcPts val="1000"/>
              </a:spcBef>
              <a:buClr>
                <a:schemeClr val="accent6"/>
              </a:buClr>
              <a:buFont typeface="Arial" panose="020B0604020202020204" pitchFamily="34" charset="0"/>
              <a:buNone/>
              <a:defRPr sz="1800" spc="0" baseline="0">
                <a:solidFill>
                  <a:schemeClr val="bg1"/>
                </a:solidFill>
                <a:latin typeface="+mn-lt"/>
              </a:defRPr>
            </a:lvl1pPr>
            <a:lvl2pPr marL="283464"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latin typeface="+mn-lt"/>
              </a:defRPr>
            </a:lvl2pPr>
            <a:lvl3pPr marL="566928"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latin typeface="+mn-lt"/>
              </a:defRPr>
            </a:lvl3pPr>
            <a:lvl4pPr marL="859536"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latin typeface="+mn-lt"/>
              </a:defRPr>
            </a:lvl4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96622275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Title and 2 column">
    <p:bg>
      <p:bgPr>
        <a:gradFill>
          <a:gsLst>
            <a:gs pos="100000">
              <a:schemeClr val="tx2"/>
            </a:gs>
            <a:gs pos="81000">
              <a:schemeClr val="accent6"/>
            </a:gs>
            <a:gs pos="55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123B0D0-B01D-0BB0-6127-A878BE49D18E}"/>
              </a:ext>
              <a:ext uri="{C183D7F6-B498-43B3-948B-1728B52AA6E4}">
                <adec:decorative xmlns:adec="http://schemas.microsoft.com/office/drawing/2017/decorative" val="1"/>
              </a:ext>
            </a:extLst>
          </p:cNvPr>
          <p:cNvSpPr/>
          <p:nvPr userDrawn="1"/>
        </p:nvSpPr>
        <p:spPr>
          <a:xfrm>
            <a:off x="6039728" y="-6350"/>
            <a:ext cx="6154615" cy="686435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Nova"/>
              <a:ea typeface="+mn-ea"/>
              <a:cs typeface="+mn-cs"/>
            </a:endParaRPr>
          </a:p>
        </p:txBody>
      </p: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6889627" y="173736"/>
            <a:ext cx="4352662" cy="2203704"/>
          </a:xfrm>
        </p:spPr>
        <p:txBody>
          <a:bodyPr anchor="b">
            <a:noAutofit/>
          </a:bodyPr>
          <a:lstStyle>
            <a:lvl1pPr algn="l">
              <a:defRPr sz="3200" cap="all" spc="0" baseline="0">
                <a:solidFill>
                  <a:schemeClr val="accent3">
                    <a:lumMod val="75000"/>
                  </a:schemeClr>
                </a:solidFill>
              </a:defRPr>
            </a:lvl1pPr>
          </a:lstStyle>
          <a:p>
            <a:r>
              <a:rPr lang="en-US" dirty="0"/>
              <a:t>Click to add title</a:t>
            </a:r>
          </a:p>
        </p:txBody>
      </p:sp>
      <p:sp>
        <p:nvSpPr>
          <p:cNvPr id="10" name="Picture Placeholder 9">
            <a:extLst>
              <a:ext uri="{FF2B5EF4-FFF2-40B4-BE49-F238E27FC236}">
                <a16:creationId xmlns:a16="http://schemas.microsoft.com/office/drawing/2014/main" id="{6C363351-4779-B42E-ED7A-C4AF2920BABC}"/>
              </a:ext>
            </a:extLst>
          </p:cNvPr>
          <p:cNvSpPr>
            <a:spLocks noGrp="1"/>
          </p:cNvSpPr>
          <p:nvPr>
            <p:ph type="pic" sz="quarter" idx="37"/>
          </p:nvPr>
        </p:nvSpPr>
        <p:spPr>
          <a:xfrm>
            <a:off x="336550" y="336550"/>
            <a:ext cx="5303640" cy="6184900"/>
          </a:xfrm>
        </p:spPr>
        <p:txBody>
          <a:bodyPr/>
          <a:lstStyle>
            <a:lvl1pPr algn="ctr">
              <a:defRPr sz="2000"/>
            </a:lvl1pPr>
          </a:lstStyle>
          <a:p>
            <a:r>
              <a:rPr lang="en-US"/>
              <a:t>Click icon to add picture</a:t>
            </a:r>
            <a:endParaRPr lang="en-US" dirty="0"/>
          </a:p>
        </p:txBody>
      </p:sp>
      <p:sp>
        <p:nvSpPr>
          <p:cNvPr id="19" name="Content Placeholder 4">
            <a:extLst>
              <a:ext uri="{FF2B5EF4-FFF2-40B4-BE49-F238E27FC236}">
                <a16:creationId xmlns:a16="http://schemas.microsoft.com/office/drawing/2014/main" id="{39870F08-C2AE-9AF7-58DE-EEA8A48BEDA9}"/>
              </a:ext>
            </a:extLst>
          </p:cNvPr>
          <p:cNvSpPr>
            <a:spLocks noGrp="1"/>
          </p:cNvSpPr>
          <p:nvPr>
            <p:ph sz="quarter" idx="36" hasCustomPrompt="1"/>
          </p:nvPr>
        </p:nvSpPr>
        <p:spPr>
          <a:xfrm>
            <a:off x="6889627" y="3104277"/>
            <a:ext cx="4371560" cy="3022201"/>
          </a:xfrm>
        </p:spPr>
        <p:txBody>
          <a:bodyPr/>
          <a:lstStyle>
            <a:lvl1pPr marL="0" indent="0">
              <a:lnSpc>
                <a:spcPct val="120000"/>
              </a:lnSpc>
              <a:spcBef>
                <a:spcPts val="1000"/>
              </a:spcBef>
              <a:spcAft>
                <a:spcPts val="600"/>
              </a:spcAft>
              <a:buClr>
                <a:schemeClr val="accent6"/>
              </a:buClr>
              <a:buFont typeface="Arial" panose="020B0604020202020204" pitchFamily="34" charset="0"/>
              <a:buNone/>
              <a:defRPr sz="1800" spc="0" baseline="0">
                <a:solidFill>
                  <a:schemeClr val="bg1"/>
                </a:solidFill>
                <a:latin typeface="+mn-lt"/>
              </a:defRPr>
            </a:lvl1pPr>
            <a:lvl2pPr marL="569214" indent="-285750">
              <a:lnSpc>
                <a:spcPct val="120000"/>
              </a:lnSpc>
              <a:spcBef>
                <a:spcPts val="1000"/>
              </a:spcBef>
              <a:spcAft>
                <a:spcPts val="600"/>
              </a:spcAft>
              <a:buClr>
                <a:schemeClr val="accent3"/>
              </a:buClr>
              <a:buFont typeface="Arial" panose="020B0604020202020204" pitchFamily="34" charset="0"/>
              <a:buChar char="•"/>
              <a:defRPr sz="1800" spc="0"/>
            </a:lvl2pPr>
            <a:lvl3pPr marL="861822" indent="-285750">
              <a:lnSpc>
                <a:spcPct val="120000"/>
              </a:lnSpc>
              <a:spcBef>
                <a:spcPts val="1000"/>
              </a:spcBef>
              <a:spcAft>
                <a:spcPts val="600"/>
              </a:spcAft>
              <a:buClr>
                <a:schemeClr val="accent3"/>
              </a:buClr>
              <a:buFont typeface="Arial" panose="020B0604020202020204" pitchFamily="34" charset="0"/>
              <a:buChar char="•"/>
              <a:defRPr sz="1800" spc="0"/>
            </a:lvl3pPr>
            <a:lvl4pPr marL="1152144" indent="-285750">
              <a:lnSpc>
                <a:spcPct val="120000"/>
              </a:lnSpc>
              <a:spcBef>
                <a:spcPts val="1000"/>
              </a:spcBef>
              <a:spcAft>
                <a:spcPts val="600"/>
              </a:spcAft>
              <a:buClr>
                <a:schemeClr val="accent3"/>
              </a:buClr>
              <a:buFont typeface="Arial" panose="020B0604020202020204" pitchFamily="34" charset="0"/>
              <a:buChar char="•"/>
              <a:defRPr sz="1800" spc="0"/>
            </a:lvl4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cxnSp>
        <p:nvCxnSpPr>
          <p:cNvPr id="4" name="Straight Connector 3">
            <a:extLst>
              <a:ext uri="{FF2B5EF4-FFF2-40B4-BE49-F238E27FC236}">
                <a16:creationId xmlns:a16="http://schemas.microsoft.com/office/drawing/2014/main" id="{F0712911-615E-724B-FC0F-996291526D31}"/>
              </a:ext>
              <a:ext uri="{C183D7F6-B498-43B3-948B-1728B52AA6E4}">
                <adec:decorative xmlns:adec="http://schemas.microsoft.com/office/drawing/2017/decorative" val="1"/>
              </a:ext>
            </a:extLst>
          </p:cNvPr>
          <p:cNvCxnSpPr>
            <a:cxnSpLocks/>
          </p:cNvCxnSpPr>
          <p:nvPr userDrawn="1"/>
        </p:nvCxnSpPr>
        <p:spPr>
          <a:xfrm>
            <a:off x="6889627" y="2679480"/>
            <a:ext cx="4352662"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3308264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9_Title and 2 column">
    <p:bg>
      <p:bgPr>
        <a:gradFill>
          <a:gsLst>
            <a:gs pos="100000">
              <a:schemeClr val="tx2"/>
            </a:gs>
            <a:gs pos="81000">
              <a:schemeClr val="accent6"/>
            </a:gs>
            <a:gs pos="55000">
              <a:srgbClr val="02090E"/>
            </a:gs>
            <a:gs pos="14000">
              <a:schemeClr val="accent4">
                <a:lumMod val="75000"/>
              </a:schemeClr>
            </a:gs>
            <a:gs pos="0">
              <a:schemeClr val="accent4"/>
            </a:gs>
          </a:gsLst>
          <a:lin ang="2700000" scaled="0"/>
        </a:gra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CFFF0E2-6B47-67EB-D6AA-D972E7B7C367}"/>
              </a:ext>
              <a:ext uri="{C183D7F6-B498-43B3-948B-1728B52AA6E4}">
                <adec:decorative xmlns:adec="http://schemas.microsoft.com/office/drawing/2017/decorative" val="1"/>
              </a:ext>
            </a:extLst>
          </p:cNvPr>
          <p:cNvSpPr/>
          <p:nvPr userDrawn="1"/>
        </p:nvSpPr>
        <p:spPr>
          <a:xfrm>
            <a:off x="0" y="-6350"/>
            <a:ext cx="4646951" cy="686435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Nova"/>
              <a:ea typeface="+mn-ea"/>
              <a:cs typeface="+mn-cs"/>
            </a:endParaRPr>
          </a:p>
        </p:txBody>
      </p:sp>
      <p:cxnSp>
        <p:nvCxnSpPr>
          <p:cNvPr id="4" name="Straight Connector 3">
            <a:extLst>
              <a:ext uri="{FF2B5EF4-FFF2-40B4-BE49-F238E27FC236}">
                <a16:creationId xmlns:a16="http://schemas.microsoft.com/office/drawing/2014/main" id="{94827F6F-999F-23E9-8C09-325D1A76B07A}"/>
              </a:ext>
              <a:ext uri="{C183D7F6-B498-43B3-948B-1728B52AA6E4}">
                <adec:decorative xmlns:adec="http://schemas.microsoft.com/office/drawing/2017/decorative" val="1"/>
              </a:ext>
            </a:extLst>
          </p:cNvPr>
          <p:cNvCxnSpPr>
            <a:cxnSpLocks/>
          </p:cNvCxnSpPr>
          <p:nvPr userDrawn="1"/>
        </p:nvCxnSpPr>
        <p:spPr>
          <a:xfrm>
            <a:off x="835831" y="2680134"/>
            <a:ext cx="3114078"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835370" y="171396"/>
            <a:ext cx="3736630" cy="2202350"/>
          </a:xfrm>
        </p:spPr>
        <p:txBody>
          <a:bodyPr anchor="b">
            <a:noAutofit/>
          </a:bodyPr>
          <a:lstStyle>
            <a:lvl1pPr algn="l">
              <a:defRPr sz="3200" cap="all" spc="0" baseline="0">
                <a:solidFill>
                  <a:schemeClr val="accent3">
                    <a:lumMod val="75000"/>
                  </a:schemeClr>
                </a:solidFill>
              </a:defRPr>
            </a:lvl1pPr>
          </a:lstStyle>
          <a:p>
            <a:r>
              <a:rPr lang="en-US" dirty="0"/>
              <a:t>Click to add title</a:t>
            </a:r>
          </a:p>
        </p:txBody>
      </p:sp>
      <p:sp>
        <p:nvSpPr>
          <p:cNvPr id="19" name="Content Placeholder 4">
            <a:extLst>
              <a:ext uri="{FF2B5EF4-FFF2-40B4-BE49-F238E27FC236}">
                <a16:creationId xmlns:a16="http://schemas.microsoft.com/office/drawing/2014/main" id="{39870F08-C2AE-9AF7-58DE-EEA8A48BEDA9}"/>
              </a:ext>
            </a:extLst>
          </p:cNvPr>
          <p:cNvSpPr>
            <a:spLocks noGrp="1"/>
          </p:cNvSpPr>
          <p:nvPr>
            <p:ph sz="quarter" idx="36" hasCustomPrompt="1"/>
          </p:nvPr>
        </p:nvSpPr>
        <p:spPr>
          <a:xfrm>
            <a:off x="841716" y="3078480"/>
            <a:ext cx="3108193" cy="3047997"/>
          </a:xfrm>
        </p:spPr>
        <p:txBody>
          <a:bodyPr/>
          <a:lstStyle>
            <a:lvl1pPr marL="0" indent="0">
              <a:lnSpc>
                <a:spcPct val="120000"/>
              </a:lnSpc>
              <a:spcBef>
                <a:spcPts val="1000"/>
              </a:spcBef>
              <a:spcAft>
                <a:spcPts val="600"/>
              </a:spcAft>
              <a:buClr>
                <a:schemeClr val="accent6"/>
              </a:buClr>
              <a:buFont typeface="Arial" panose="020B0604020202020204" pitchFamily="34" charset="0"/>
              <a:buNone/>
              <a:defRPr sz="1800" spc="0" baseline="0">
                <a:solidFill>
                  <a:schemeClr val="bg1"/>
                </a:solidFill>
                <a:latin typeface="+mn-lt"/>
              </a:defRPr>
            </a:lvl1pPr>
            <a:lvl2pPr marL="569214" indent="-285750">
              <a:lnSpc>
                <a:spcPct val="120000"/>
              </a:lnSpc>
              <a:spcBef>
                <a:spcPts val="1000"/>
              </a:spcBef>
              <a:spcAft>
                <a:spcPts val="600"/>
              </a:spcAft>
              <a:buClr>
                <a:schemeClr val="accent3"/>
              </a:buClr>
              <a:buFont typeface="Arial" panose="020B0604020202020204" pitchFamily="34" charset="0"/>
              <a:buChar char="•"/>
              <a:defRPr sz="1800" spc="0"/>
            </a:lvl2pPr>
            <a:lvl3pPr marL="861822" indent="-285750">
              <a:lnSpc>
                <a:spcPct val="120000"/>
              </a:lnSpc>
              <a:spcBef>
                <a:spcPts val="1000"/>
              </a:spcBef>
              <a:spcAft>
                <a:spcPts val="600"/>
              </a:spcAft>
              <a:buClr>
                <a:schemeClr val="accent3"/>
              </a:buClr>
              <a:buFont typeface="Arial" panose="020B0604020202020204" pitchFamily="34" charset="0"/>
              <a:buChar char="•"/>
              <a:defRPr sz="1800" spc="0"/>
            </a:lvl3pPr>
            <a:lvl4pPr marL="1152144" indent="-285750">
              <a:lnSpc>
                <a:spcPct val="120000"/>
              </a:lnSpc>
              <a:spcBef>
                <a:spcPts val="1000"/>
              </a:spcBef>
              <a:spcAft>
                <a:spcPts val="600"/>
              </a:spcAft>
              <a:buClr>
                <a:schemeClr val="accent3"/>
              </a:buClr>
              <a:buFont typeface="Arial" panose="020B0604020202020204" pitchFamily="34" charset="0"/>
              <a:buChar char="•"/>
              <a:defRPr sz="1800" spc="0"/>
            </a:lvl4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12" name="Table Placeholder 11">
            <a:extLst>
              <a:ext uri="{FF2B5EF4-FFF2-40B4-BE49-F238E27FC236}">
                <a16:creationId xmlns:a16="http://schemas.microsoft.com/office/drawing/2014/main" id="{D360C16C-E69B-FDEF-F033-CA9A2E238288}"/>
              </a:ext>
            </a:extLst>
          </p:cNvPr>
          <p:cNvSpPr>
            <a:spLocks noGrp="1"/>
          </p:cNvSpPr>
          <p:nvPr>
            <p:ph type="tbl" sz="quarter" idx="37"/>
          </p:nvPr>
        </p:nvSpPr>
        <p:spPr>
          <a:xfrm>
            <a:off x="5067300" y="404813"/>
            <a:ext cx="6705600" cy="6048375"/>
          </a:xfrm>
        </p:spPr>
        <p:txBody>
          <a:bodyPr/>
          <a:lstStyle>
            <a:lvl1pPr>
              <a:defRPr sz="2400">
                <a:latin typeface="+mn-lt"/>
              </a:defRPr>
            </a:lvl1pPr>
          </a:lstStyle>
          <a:p>
            <a:r>
              <a:rPr lang="en-US"/>
              <a:t>Click icon to add table</a:t>
            </a:r>
            <a:endParaRPr lang="en-US" dirty="0"/>
          </a:p>
        </p:txBody>
      </p: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Tree>
    <p:extLst>
      <p:ext uri="{BB962C8B-B14F-4D97-AF65-F5344CB8AC3E}">
        <p14:creationId xmlns:p14="http://schemas.microsoft.com/office/powerpoint/2010/main" val="390721985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0_Title and 2 column">
    <p:bg>
      <p:bgPr>
        <a:gradFill>
          <a:gsLst>
            <a:gs pos="100000">
              <a:schemeClr val="tx2"/>
            </a:gs>
            <a:gs pos="81000">
              <a:schemeClr val="accent6"/>
            </a:gs>
            <a:gs pos="31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4196A82D-0723-4BA3-0283-9F0D67B0CEF4}"/>
              </a:ext>
              <a:ext uri="{C183D7F6-B498-43B3-948B-1728B52AA6E4}">
                <adec:decorative xmlns:adec="http://schemas.microsoft.com/office/drawing/2017/decorative" val="1"/>
              </a:ext>
            </a:extLst>
          </p:cNvPr>
          <p:cNvSpPr/>
          <p:nvPr userDrawn="1"/>
        </p:nvSpPr>
        <p:spPr>
          <a:xfrm>
            <a:off x="0" y="0"/>
            <a:ext cx="12191999" cy="685800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cxnSp>
        <p:nvCxnSpPr>
          <p:cNvPr id="4" name="Straight Connector 3">
            <a:extLst>
              <a:ext uri="{FF2B5EF4-FFF2-40B4-BE49-F238E27FC236}">
                <a16:creationId xmlns:a16="http://schemas.microsoft.com/office/drawing/2014/main" id="{6A20A5FD-BDFB-45F2-E644-E93FB81CA575}"/>
              </a:ext>
              <a:ext uri="{C183D7F6-B498-43B3-948B-1728B52AA6E4}">
                <adec:decorative xmlns:adec="http://schemas.microsoft.com/office/drawing/2017/decorative" val="1"/>
              </a:ext>
            </a:extLst>
          </p:cNvPr>
          <p:cNvCxnSpPr>
            <a:cxnSpLocks/>
          </p:cNvCxnSpPr>
          <p:nvPr userDrawn="1"/>
        </p:nvCxnSpPr>
        <p:spPr>
          <a:xfrm>
            <a:off x="807039" y="1983416"/>
            <a:ext cx="10435630"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733562" y="433906"/>
            <a:ext cx="10515601" cy="1327464"/>
          </a:xfrm>
        </p:spPr>
        <p:txBody>
          <a:bodyPr anchor="b">
            <a:noAutofit/>
          </a:bodyPr>
          <a:lstStyle>
            <a:lvl1pPr algn="l">
              <a:defRPr sz="3200" cap="all" spc="0" baseline="0">
                <a:solidFill>
                  <a:schemeClr val="accent3">
                    <a:lumMod val="75000"/>
                  </a:schemeClr>
                </a:solidFill>
              </a:defRPr>
            </a:lvl1pPr>
          </a:lstStyle>
          <a:p>
            <a:r>
              <a:rPr lang="en-US" dirty="0"/>
              <a:t>Click to add title</a:t>
            </a:r>
          </a:p>
        </p:txBody>
      </p:sp>
      <p:sp>
        <p:nvSpPr>
          <p:cNvPr id="19" name="Content Placeholder 4">
            <a:extLst>
              <a:ext uri="{FF2B5EF4-FFF2-40B4-BE49-F238E27FC236}">
                <a16:creationId xmlns:a16="http://schemas.microsoft.com/office/drawing/2014/main" id="{39870F08-C2AE-9AF7-58DE-EEA8A48BEDA9}"/>
              </a:ext>
            </a:extLst>
          </p:cNvPr>
          <p:cNvSpPr>
            <a:spLocks noGrp="1"/>
          </p:cNvSpPr>
          <p:nvPr>
            <p:ph sz="quarter" idx="36" hasCustomPrompt="1"/>
          </p:nvPr>
        </p:nvSpPr>
        <p:spPr>
          <a:xfrm>
            <a:off x="814302" y="2465535"/>
            <a:ext cx="7303538" cy="3427265"/>
          </a:xfrm>
        </p:spPr>
        <p:txBody>
          <a:bodyPr/>
          <a:lstStyle>
            <a:lvl1pPr marL="283464" indent="-283464">
              <a:lnSpc>
                <a:spcPct val="120000"/>
              </a:lnSpc>
              <a:spcBef>
                <a:spcPts val="1000"/>
              </a:spcBef>
              <a:buClr>
                <a:schemeClr val="accent3"/>
              </a:buClr>
              <a:buFont typeface="Arial" panose="020B0604020202020204" pitchFamily="34" charset="0"/>
              <a:buChar char="•"/>
              <a:defRPr sz="1800" spc="0" baseline="0">
                <a:solidFill>
                  <a:schemeClr val="bg1"/>
                </a:solidFill>
                <a:latin typeface="+mn-lt"/>
              </a:defRPr>
            </a:lvl1pPr>
            <a:lvl2pPr marL="566928" indent="-283464">
              <a:lnSpc>
                <a:spcPct val="120000"/>
              </a:lnSpc>
              <a:spcBef>
                <a:spcPts val="500"/>
              </a:spcBef>
              <a:buClr>
                <a:schemeClr val="accent3"/>
              </a:buClr>
              <a:defRPr sz="1800" spc="0"/>
            </a:lvl2pPr>
            <a:lvl3pPr marL="859536" indent="-283464">
              <a:lnSpc>
                <a:spcPct val="120000"/>
              </a:lnSpc>
              <a:spcBef>
                <a:spcPts val="500"/>
              </a:spcBef>
              <a:buClr>
                <a:schemeClr val="accent3"/>
              </a:buClr>
              <a:defRPr sz="1800" spc="0"/>
            </a:lvl3pPr>
            <a:lvl4pPr marL="1152144">
              <a:lnSpc>
                <a:spcPct val="120000"/>
              </a:lnSpc>
              <a:spcBef>
                <a:spcPts val="500"/>
              </a:spcBef>
              <a:buClr>
                <a:schemeClr val="accent3"/>
              </a:buClr>
              <a:defRPr sz="1800" spc="0"/>
            </a:lvl4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10" name="Content Placeholder 9">
            <a:extLst>
              <a:ext uri="{FF2B5EF4-FFF2-40B4-BE49-F238E27FC236}">
                <a16:creationId xmlns:a16="http://schemas.microsoft.com/office/drawing/2014/main" id="{4E7FC75E-AA73-003E-D4E3-B1819886AF9C}"/>
              </a:ext>
            </a:extLst>
          </p:cNvPr>
          <p:cNvSpPr>
            <a:spLocks noGrp="1"/>
          </p:cNvSpPr>
          <p:nvPr>
            <p:ph sz="quarter" idx="37" hasCustomPrompt="1"/>
          </p:nvPr>
        </p:nvSpPr>
        <p:spPr>
          <a:xfrm>
            <a:off x="8392160" y="2465388"/>
            <a:ext cx="2856865" cy="3427412"/>
          </a:xfrm>
        </p:spPr>
        <p:txBody>
          <a:bodyPr/>
          <a:lstStyle>
            <a:lvl1pPr marL="0" indent="0">
              <a:lnSpc>
                <a:spcPct val="120000"/>
              </a:lnSpc>
              <a:spcBef>
                <a:spcPts val="1000"/>
              </a:spcBef>
              <a:buFont typeface="Arial" panose="020B0604020202020204" pitchFamily="34" charset="0"/>
              <a:buNone/>
              <a:defRPr sz="1800">
                <a:solidFill>
                  <a:schemeClr val="bg1"/>
                </a:solidFill>
                <a:latin typeface="+mn-lt"/>
              </a:defRPr>
            </a:lvl1pPr>
            <a:lvl2pPr marL="457200" indent="0">
              <a:lnSpc>
                <a:spcPct val="120000"/>
              </a:lnSpc>
              <a:spcBef>
                <a:spcPts val="1000"/>
              </a:spcBef>
              <a:buNone/>
              <a:defRPr sz="1600">
                <a:solidFill>
                  <a:schemeClr val="bg1"/>
                </a:solidFill>
                <a:latin typeface="+mn-lt"/>
              </a:defRPr>
            </a:lvl2pPr>
            <a:lvl3pPr marL="914400" indent="0">
              <a:lnSpc>
                <a:spcPct val="120000"/>
              </a:lnSpc>
              <a:spcBef>
                <a:spcPts val="1000"/>
              </a:spcBef>
              <a:buNone/>
              <a:defRPr sz="1400">
                <a:solidFill>
                  <a:schemeClr val="bg1"/>
                </a:solidFill>
                <a:latin typeface="+mn-lt"/>
              </a:defRPr>
            </a:lvl3pPr>
            <a:lvl4pPr marL="1371600" indent="0">
              <a:lnSpc>
                <a:spcPct val="120000"/>
              </a:lnSpc>
              <a:spcBef>
                <a:spcPts val="1000"/>
              </a:spcBef>
              <a:buNone/>
              <a:defRPr sz="1200">
                <a:solidFill>
                  <a:schemeClr val="bg1"/>
                </a:solidFill>
                <a:latin typeface="+mn-lt"/>
              </a:defRPr>
            </a:lvl4pPr>
            <a:lvl5pPr marL="1828800" indent="0">
              <a:lnSpc>
                <a:spcPct val="120000"/>
              </a:lnSpc>
              <a:spcBef>
                <a:spcPts val="1000"/>
              </a:spcBef>
              <a:buNone/>
              <a:defRPr sz="1200">
                <a:solidFill>
                  <a:schemeClr val="bg1"/>
                </a:solidFill>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324561196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and 2 column">
    <p:bg>
      <p:bgPr>
        <a:gradFill>
          <a:gsLst>
            <a:gs pos="100000">
              <a:schemeClr val="tx2"/>
            </a:gs>
            <a:gs pos="81000">
              <a:schemeClr val="accent6"/>
            </a:gs>
            <a:gs pos="31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2D51531-1219-2E4B-DCE7-C6FD9D809F0C}"/>
              </a:ext>
              <a:ext uri="{C183D7F6-B498-43B3-948B-1728B52AA6E4}">
                <adec:decorative xmlns:adec="http://schemas.microsoft.com/office/drawing/2017/decorative" val="1"/>
              </a:ext>
            </a:extLst>
          </p:cNvPr>
          <p:cNvSpPr/>
          <p:nvPr userDrawn="1"/>
        </p:nvSpPr>
        <p:spPr>
          <a:xfrm>
            <a:off x="321869" y="343814"/>
            <a:ext cx="11550701" cy="6210605"/>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cxnSp>
        <p:nvCxnSpPr>
          <p:cNvPr id="4" name="Straight Connector 3">
            <a:extLst>
              <a:ext uri="{FF2B5EF4-FFF2-40B4-BE49-F238E27FC236}">
                <a16:creationId xmlns:a16="http://schemas.microsoft.com/office/drawing/2014/main" id="{BEC02E56-87A4-158A-F0B0-DB8E9BE3AE5E}"/>
              </a:ext>
              <a:ext uri="{C183D7F6-B498-43B3-948B-1728B52AA6E4}">
                <adec:decorative xmlns:adec="http://schemas.microsoft.com/office/drawing/2017/decorative" val="1"/>
              </a:ext>
            </a:extLst>
          </p:cNvPr>
          <p:cNvCxnSpPr>
            <a:cxnSpLocks/>
          </p:cNvCxnSpPr>
          <p:nvPr userDrawn="1"/>
        </p:nvCxnSpPr>
        <p:spPr>
          <a:xfrm>
            <a:off x="807039" y="1991547"/>
            <a:ext cx="10546763"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835370" y="643842"/>
            <a:ext cx="10515601" cy="1140849"/>
          </a:xfrm>
        </p:spPr>
        <p:txBody>
          <a:bodyPr lIns="0" anchor="b">
            <a:noAutofit/>
          </a:bodyPr>
          <a:lstStyle>
            <a:lvl1pPr algn="l">
              <a:defRPr sz="3200" cap="all" spc="0" baseline="0">
                <a:solidFill>
                  <a:schemeClr val="accent3">
                    <a:lumMod val="75000"/>
                  </a:schemeClr>
                </a:solidFill>
              </a:defRPr>
            </a:lvl1pPr>
          </a:lstStyle>
          <a:p>
            <a:r>
              <a:rPr lang="en-US" dirty="0"/>
              <a:t>Click to add title</a:t>
            </a:r>
          </a:p>
        </p:txBody>
      </p:sp>
      <p:sp>
        <p:nvSpPr>
          <p:cNvPr id="10" name="Table Placeholder 9">
            <a:extLst>
              <a:ext uri="{FF2B5EF4-FFF2-40B4-BE49-F238E27FC236}">
                <a16:creationId xmlns:a16="http://schemas.microsoft.com/office/drawing/2014/main" id="{471D7DE3-05F5-8052-02FA-6EF9717E15BE}"/>
              </a:ext>
            </a:extLst>
          </p:cNvPr>
          <p:cNvSpPr>
            <a:spLocks noGrp="1"/>
          </p:cNvSpPr>
          <p:nvPr>
            <p:ph type="tbl" sz="quarter" idx="13"/>
          </p:nvPr>
        </p:nvSpPr>
        <p:spPr>
          <a:xfrm>
            <a:off x="835025" y="2560638"/>
            <a:ext cx="10515600" cy="3478212"/>
          </a:xfrm>
        </p:spPr>
        <p:txBody>
          <a:bodyPr/>
          <a:lstStyle>
            <a:lvl1pPr>
              <a:defRPr sz="2400">
                <a:latin typeface="+mn-lt"/>
              </a:defRPr>
            </a:lvl1pPr>
          </a:lstStyle>
          <a:p>
            <a:r>
              <a:rPr lang="en-US"/>
              <a:t>Click icon to add table</a:t>
            </a:r>
            <a:endParaRPr lang="en-US" dirty="0"/>
          </a:p>
        </p:txBody>
      </p:sp>
      <p:cxnSp>
        <p:nvCxnSpPr>
          <p:cNvPr id="8" name="Straight Connector 7">
            <a:extLst>
              <a:ext uri="{FF2B5EF4-FFF2-40B4-BE49-F238E27FC236}">
                <a16:creationId xmlns:a16="http://schemas.microsoft.com/office/drawing/2014/main" id="{6468DE94-FC46-A848-7949-ABFEADADEA16}"/>
              </a:ext>
              <a:ext uri="{C183D7F6-B498-43B3-948B-1728B52AA6E4}">
                <adec:decorative xmlns:adec="http://schemas.microsoft.com/office/drawing/2017/decorative" val="1"/>
              </a:ext>
            </a:extLst>
          </p:cNvPr>
          <p:cNvCxnSpPr>
            <a:cxnSpLocks/>
          </p:cNvCxnSpPr>
          <p:nvPr userDrawn="1"/>
        </p:nvCxnSpPr>
        <p:spPr>
          <a:xfrm>
            <a:off x="807039" y="1983705"/>
            <a:ext cx="10435630"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4545918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losing">
    <p:bg>
      <p:bgPr>
        <a:gradFill>
          <a:gsLst>
            <a:gs pos="81987">
              <a:schemeClr val="accent6">
                <a:lumMod val="50000"/>
              </a:schemeClr>
            </a:gs>
            <a:gs pos="35040">
              <a:srgbClr val="020B11"/>
            </a:gs>
            <a:gs pos="11979">
              <a:schemeClr val="accent4">
                <a:lumMod val="50000"/>
              </a:schemeClr>
            </a:gs>
            <a:gs pos="0">
              <a:schemeClr val="accent4"/>
            </a:gs>
            <a:gs pos="99000">
              <a:schemeClr val="tx2"/>
            </a:gs>
          </a:gsLst>
          <a:lin ang="5400000" scaled="1"/>
        </a:gra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289F5C3D-E9E6-75E0-BF7D-799B5CFE5ED0}"/>
              </a:ext>
              <a:ext uri="{C183D7F6-B498-43B3-948B-1728B52AA6E4}">
                <adec:decorative xmlns:adec="http://schemas.microsoft.com/office/drawing/2017/decorative" val="1"/>
              </a:ext>
            </a:extLst>
          </p:cNvPr>
          <p:cNvGrpSpPr/>
          <p:nvPr userDrawn="1"/>
        </p:nvGrpSpPr>
        <p:grpSpPr>
          <a:xfrm>
            <a:off x="4575462" y="4137"/>
            <a:ext cx="7616537" cy="6853863"/>
            <a:chOff x="4575462" y="4137"/>
            <a:chExt cx="7616537" cy="6853863"/>
          </a:xfrm>
        </p:grpSpPr>
        <p:grpSp>
          <p:nvGrpSpPr>
            <p:cNvPr id="16" name="Group 15">
              <a:extLst>
                <a:ext uri="{FF2B5EF4-FFF2-40B4-BE49-F238E27FC236}">
                  <a16:creationId xmlns:a16="http://schemas.microsoft.com/office/drawing/2014/main" id="{CDE1D2C2-40C4-6B80-E8C6-B4CE94C23037}"/>
                </a:ext>
              </a:extLst>
            </p:cNvPr>
            <p:cNvGrpSpPr/>
            <p:nvPr/>
          </p:nvGrpSpPr>
          <p:grpSpPr>
            <a:xfrm>
              <a:off x="4575462" y="691665"/>
              <a:ext cx="364018" cy="857035"/>
              <a:chOff x="468157" y="1144246"/>
              <a:chExt cx="364018" cy="857035"/>
            </a:xfrm>
          </p:grpSpPr>
          <p:sp>
            <p:nvSpPr>
              <p:cNvPr id="27" name="Oval 26">
                <a:extLst>
                  <a:ext uri="{FF2B5EF4-FFF2-40B4-BE49-F238E27FC236}">
                    <a16:creationId xmlns:a16="http://schemas.microsoft.com/office/drawing/2014/main" id="{7C904D88-E1BE-F1FA-D405-F55DA966DA84}"/>
                  </a:ext>
                  <a:ext uri="{C183D7F6-B498-43B3-948B-1728B52AA6E4}">
                    <adec:decorative xmlns:adec="http://schemas.microsoft.com/office/drawing/2017/decorative" val="1"/>
                  </a:ext>
                </a:extLst>
              </p:cNvPr>
              <p:cNvSpPr/>
              <p:nvPr/>
            </p:nvSpPr>
            <p:spPr>
              <a:xfrm>
                <a:off x="705405" y="1144246"/>
                <a:ext cx="126770" cy="126770"/>
              </a:xfrm>
              <a:prstGeom prst="ellipse">
                <a:avLst/>
              </a:prstGeom>
              <a:noFill/>
              <a:ln>
                <a:solidFill>
                  <a:schemeClr val="accent4">
                    <a:lumMod val="60000"/>
                    <a:lumOff val="40000"/>
                    <a:alpha val="49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18" name="Graphic 12">
                <a:extLst>
                  <a:ext uri="{FF2B5EF4-FFF2-40B4-BE49-F238E27FC236}">
                    <a16:creationId xmlns:a16="http://schemas.microsoft.com/office/drawing/2014/main" id="{1D8F0816-C429-D32E-058B-33405874DFA7}"/>
                  </a:ext>
                  <a:ext uri="{C183D7F6-B498-43B3-948B-1728B52AA6E4}">
                    <adec:decorative xmlns:adec="http://schemas.microsoft.com/office/drawing/2017/decorative" val="1"/>
                  </a:ext>
                </a:extLst>
              </p:cNvPr>
              <p:cNvSpPr/>
              <p:nvPr/>
            </p:nvSpPr>
            <p:spPr>
              <a:xfrm>
                <a:off x="468157" y="1963496"/>
                <a:ext cx="45719" cy="37785"/>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grpSp>
        <p:pic>
          <p:nvPicPr>
            <p:cNvPr id="4" name="Content Placeholder 14">
              <a:extLst>
                <a:ext uri="{FF2B5EF4-FFF2-40B4-BE49-F238E27FC236}">
                  <a16:creationId xmlns:a16="http://schemas.microsoft.com/office/drawing/2014/main" id="{14AC0A97-7D79-3DBE-FB53-A9EBFD806E06}"/>
                </a:ext>
                <a:ext uri="{C183D7F6-B498-43B3-948B-1728B52AA6E4}">
                  <adec:decorative xmlns:adec="http://schemas.microsoft.com/office/drawing/2017/decorative" val="1"/>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6542796" y="4137"/>
              <a:ext cx="5649203" cy="6853863"/>
            </a:xfrm>
            <a:prstGeom prst="rect">
              <a:avLst/>
            </a:prstGeom>
          </p:spPr>
        </p:pic>
      </p:grpSp>
      <p:sp>
        <p:nvSpPr>
          <p:cNvPr id="2" name="Title 1">
            <a:extLst>
              <a:ext uri="{FF2B5EF4-FFF2-40B4-BE49-F238E27FC236}">
                <a16:creationId xmlns:a16="http://schemas.microsoft.com/office/drawing/2014/main" id="{51E83F98-B388-2594-BACB-E3DB652C97D5}"/>
              </a:ext>
            </a:extLst>
          </p:cNvPr>
          <p:cNvSpPr>
            <a:spLocks noGrp="1"/>
          </p:cNvSpPr>
          <p:nvPr>
            <p:ph type="title" hasCustomPrompt="1"/>
          </p:nvPr>
        </p:nvSpPr>
        <p:spPr>
          <a:xfrm>
            <a:off x="835831" y="173735"/>
            <a:ext cx="4409514" cy="2203704"/>
          </a:xfrm>
        </p:spPr>
        <p:txBody>
          <a:bodyPr anchor="b">
            <a:noAutofit/>
          </a:bodyPr>
          <a:lstStyle>
            <a:lvl1pPr>
              <a:defRPr sz="3200" cap="all" baseline="0">
                <a:solidFill>
                  <a:schemeClr val="accent3"/>
                </a:solidFill>
              </a:defRPr>
            </a:lvl1pPr>
          </a:lstStyle>
          <a:p>
            <a:r>
              <a:rPr lang="en-US" dirty="0"/>
              <a:t>Click to add title</a:t>
            </a:r>
          </a:p>
        </p:txBody>
      </p:sp>
      <p:sp>
        <p:nvSpPr>
          <p:cNvPr id="7" name="Content Placeholder 6">
            <a:extLst>
              <a:ext uri="{FF2B5EF4-FFF2-40B4-BE49-F238E27FC236}">
                <a16:creationId xmlns:a16="http://schemas.microsoft.com/office/drawing/2014/main" id="{0D9D0F3E-69D8-49F3-5D7A-71FDC4E3EEE3}"/>
              </a:ext>
            </a:extLst>
          </p:cNvPr>
          <p:cNvSpPr>
            <a:spLocks noGrp="1"/>
          </p:cNvSpPr>
          <p:nvPr>
            <p:ph sz="quarter" idx="14" hasCustomPrompt="1"/>
          </p:nvPr>
        </p:nvSpPr>
        <p:spPr>
          <a:xfrm>
            <a:off x="831850" y="3079119"/>
            <a:ext cx="4413250" cy="2752725"/>
          </a:xfrm>
        </p:spPr>
        <p:txBody>
          <a:bodyPr/>
          <a:lstStyle>
            <a:lvl1pPr>
              <a:lnSpc>
                <a:spcPct val="120000"/>
              </a:lnSpc>
              <a:spcBef>
                <a:spcPts val="1000"/>
              </a:spcBef>
              <a:defRPr sz="1800">
                <a:solidFill>
                  <a:schemeClr val="bg1"/>
                </a:solidFill>
                <a:latin typeface="+mn-lt"/>
              </a:defRPr>
            </a:lvl1pPr>
            <a:lvl2pPr>
              <a:lnSpc>
                <a:spcPct val="120000"/>
              </a:lnSpc>
              <a:spcBef>
                <a:spcPts val="1000"/>
              </a:spcBef>
              <a:buClr>
                <a:schemeClr val="accent3"/>
              </a:buClr>
              <a:defRPr sz="1600">
                <a:solidFill>
                  <a:schemeClr val="bg1"/>
                </a:solidFill>
                <a:latin typeface="+mn-lt"/>
              </a:defRPr>
            </a:lvl2pPr>
            <a:lvl3pPr>
              <a:lnSpc>
                <a:spcPct val="120000"/>
              </a:lnSpc>
              <a:spcBef>
                <a:spcPts val="1000"/>
              </a:spcBef>
              <a:buClr>
                <a:schemeClr val="accent3"/>
              </a:buClr>
              <a:defRPr sz="1400">
                <a:solidFill>
                  <a:schemeClr val="bg1"/>
                </a:solidFill>
                <a:latin typeface="+mn-lt"/>
              </a:defRPr>
            </a:lvl3pPr>
            <a:lvl4pPr>
              <a:lnSpc>
                <a:spcPct val="120000"/>
              </a:lnSpc>
              <a:spcBef>
                <a:spcPts val="1000"/>
              </a:spcBef>
              <a:buClr>
                <a:schemeClr val="accent3"/>
              </a:buClr>
              <a:defRPr sz="1200">
                <a:solidFill>
                  <a:schemeClr val="bg1"/>
                </a:solidFill>
                <a:latin typeface="+mn-lt"/>
              </a:defRPr>
            </a:lvl4pPr>
            <a:lvl5pPr>
              <a:lnSpc>
                <a:spcPct val="120000"/>
              </a:lnSpc>
              <a:spcBef>
                <a:spcPts val="1000"/>
              </a:spcBef>
              <a:buClr>
                <a:schemeClr val="accent3"/>
              </a:buClr>
              <a:defRPr sz="1200">
                <a:solidFill>
                  <a:schemeClr val="bg1"/>
                </a:solidFill>
                <a:latin typeface="+mn-lt"/>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6" name="Straight Connector 5">
            <a:extLst>
              <a:ext uri="{FF2B5EF4-FFF2-40B4-BE49-F238E27FC236}">
                <a16:creationId xmlns:a16="http://schemas.microsoft.com/office/drawing/2014/main" id="{61CFC792-44F7-2497-E19D-8FB08AFF94F7}"/>
              </a:ext>
              <a:ext uri="{C183D7F6-B498-43B3-948B-1728B52AA6E4}">
                <adec:decorative xmlns:adec="http://schemas.microsoft.com/office/drawing/2017/decorative" val="1"/>
              </a:ext>
            </a:extLst>
          </p:cNvPr>
          <p:cNvCxnSpPr>
            <a:cxnSpLocks/>
          </p:cNvCxnSpPr>
          <p:nvPr userDrawn="1"/>
        </p:nvCxnSpPr>
        <p:spPr>
          <a:xfrm>
            <a:off x="835831" y="2679192"/>
            <a:ext cx="4101929"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7826071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chemeClr val="tx1"/>
            </a:gs>
            <a:gs pos="99000">
              <a:srgbClr val="05202E"/>
            </a:gs>
          </a:gsLst>
          <a:lin ang="5400000" scaled="1"/>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C3EA418-19D1-0D4D-BE52-40A86E32FBF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12BAE0C-5187-A64D-A481-E69245670354}"/>
              </a:ext>
            </a:extLst>
          </p:cNvPr>
          <p:cNvSpPr>
            <a:spLocks noGrp="1"/>
          </p:cNvSpPr>
          <p:nvPr>
            <p:ph type="body" idx="1"/>
          </p:nvPr>
        </p:nvSpPr>
        <p:spPr>
          <a:xfrm>
            <a:off x="838200" y="1825625"/>
            <a:ext cx="10515600" cy="4351338"/>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F9759C05-48F5-9346-8256-5B61C6990EC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noAutofit/>
          </a:bodyPr>
          <a:lstStyle>
            <a:lvl1pPr algn="l">
              <a:defRPr sz="1200">
                <a:solidFill>
                  <a:schemeClr val="bg1"/>
                </a:solidFill>
                <a:latin typeface="+mj-lt"/>
                <a:cs typeface="Biome" panose="020B0503030204020804" pitchFamily="34" charset="0"/>
              </a:defRPr>
            </a:lvl1pPr>
          </a:lstStyle>
          <a:p>
            <a:endParaRPr lang="en-US" dirty="0"/>
          </a:p>
        </p:txBody>
      </p:sp>
      <p:sp>
        <p:nvSpPr>
          <p:cNvPr id="5" name="Footer Placeholder 4">
            <a:extLst>
              <a:ext uri="{FF2B5EF4-FFF2-40B4-BE49-F238E27FC236}">
                <a16:creationId xmlns:a16="http://schemas.microsoft.com/office/drawing/2014/main" id="{84175D63-7351-9C4A-AEE0-10E27B3B645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bg1"/>
                </a:solidFill>
                <a:latin typeface="+mj-lt"/>
                <a:cs typeface="Biome" panose="020B0503030204020804" pitchFamily="34" charset="0"/>
              </a:defRPr>
            </a:lvl1pPr>
          </a:lstStyle>
          <a:p>
            <a:r>
              <a:rPr lang="en-US" dirty="0"/>
              <a:t>Presentation title</a:t>
            </a:r>
          </a:p>
        </p:txBody>
      </p:sp>
      <p:sp>
        <p:nvSpPr>
          <p:cNvPr id="6" name="Slide Number Placeholder 5">
            <a:extLst>
              <a:ext uri="{FF2B5EF4-FFF2-40B4-BE49-F238E27FC236}">
                <a16:creationId xmlns:a16="http://schemas.microsoft.com/office/drawing/2014/main" id="{7350889F-2BBA-5F45-95BC-BEA66881675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noAutofit/>
          </a:bodyPr>
          <a:lstStyle>
            <a:lvl1pPr algn="r">
              <a:defRPr sz="1200">
                <a:solidFill>
                  <a:schemeClr val="bg1"/>
                </a:solidFill>
                <a:latin typeface="+mj-lt"/>
                <a:cs typeface="Biome" panose="020B0503030204020804" pitchFamily="34" charset="0"/>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1955693199"/>
      </p:ext>
    </p:extLst>
  </p:cSld>
  <p:clrMap bg1="lt1" tx1="dk1" bg2="lt2" tx2="dk2" accent1="accent1" accent2="accent2" accent3="accent3" accent4="accent4" accent5="accent5" accent6="accent6" hlink="hlink" folHlink="folHlink"/>
  <p:sldLayoutIdLst>
    <p:sldLayoutId id="2147483657" r:id="rId1"/>
    <p:sldLayoutId id="2147483679" r:id="rId2"/>
    <p:sldLayoutId id="2147483669" r:id="rId3"/>
    <p:sldLayoutId id="2147483672" r:id="rId4"/>
    <p:sldLayoutId id="2147483673" r:id="rId5"/>
    <p:sldLayoutId id="2147483674" r:id="rId6"/>
    <p:sldLayoutId id="2147483671" r:id="rId7"/>
    <p:sldLayoutId id="2147483675" r:id="rId8"/>
    <p:sldLayoutId id="2147483676" r:id="rId9"/>
    <p:sldLayoutId id="2147483670" r:id="rId10"/>
    <p:sldLayoutId id="2147483677" r:id="rId11"/>
    <p:sldLayoutId id="2147483678" r:id="rId12"/>
    <p:sldLayoutId id="2147483664" r:id="rId13"/>
    <p:sldLayoutId id="2147483663" r:id="rId14"/>
  </p:sldLayoutIdLst>
  <p:hf hdr="0" ftr="0" dt="0"/>
  <p:txStyles>
    <p:titleStyle>
      <a:lvl1pPr algn="l" defTabSz="914400" rtl="0" eaLnBrk="1" latinLnBrk="0" hangingPunct="1">
        <a:lnSpc>
          <a:spcPct val="90000"/>
        </a:lnSpc>
        <a:spcBef>
          <a:spcPct val="0"/>
        </a:spcBef>
        <a:buNone/>
        <a:defRPr sz="4400" kern="1200" spc="300" baseline="0">
          <a:solidFill>
            <a:schemeClr val="bg1"/>
          </a:solidFill>
          <a:latin typeface="+mj-lt"/>
          <a:ea typeface="+mj-ea"/>
          <a:cs typeface="Biome" panose="020B0503030204020804" pitchFamily="34" charset="0"/>
        </a:defRPr>
      </a:lvl1pPr>
    </p:titleStyle>
    <p:bodyStyle>
      <a:lvl1pPr marL="0" indent="0" algn="l" defTabSz="914400" rtl="0" eaLnBrk="1" latinLnBrk="0" hangingPunct="1">
        <a:lnSpc>
          <a:spcPct val="90000"/>
        </a:lnSpc>
        <a:spcBef>
          <a:spcPts val="1000"/>
        </a:spcBef>
        <a:buFont typeface="Arial" panose="020B0604020202020204" pitchFamily="34" charset="0"/>
        <a:buNone/>
        <a:defRPr sz="2800" kern="1200">
          <a:solidFill>
            <a:schemeClr val="accent3"/>
          </a:solidFill>
          <a:latin typeface="+mj-lt"/>
          <a:ea typeface="+mn-ea"/>
          <a:cs typeface="Biome" panose="020B0503030204020804" pitchFamily="34" charset="0"/>
        </a:defRPr>
      </a:lvl1pPr>
      <a:lvl2pPr marL="800100" indent="-342900" algn="l" defTabSz="914400" rtl="0" eaLnBrk="1" latinLnBrk="0" hangingPunct="1">
        <a:lnSpc>
          <a:spcPct val="90000"/>
        </a:lnSpc>
        <a:spcBef>
          <a:spcPts val="500"/>
        </a:spcBef>
        <a:buClr>
          <a:schemeClr val="accent6"/>
        </a:buClr>
        <a:buFont typeface="Arial" panose="020B0604020202020204" pitchFamily="34" charset="0"/>
        <a:buChar char="•"/>
        <a:defRPr sz="2400" kern="1200">
          <a:solidFill>
            <a:schemeClr val="bg1"/>
          </a:solidFill>
          <a:latin typeface="+mn-lt"/>
          <a:ea typeface="+mn-ea"/>
          <a:cs typeface="+mn-cs"/>
        </a:defRPr>
      </a:lvl2pPr>
      <a:lvl3pPr marL="1257300" indent="-342900" algn="l" defTabSz="914400" rtl="0" eaLnBrk="1" latinLnBrk="0" hangingPunct="1">
        <a:lnSpc>
          <a:spcPct val="90000"/>
        </a:lnSpc>
        <a:spcBef>
          <a:spcPts val="500"/>
        </a:spcBef>
        <a:buClr>
          <a:schemeClr val="accent6"/>
        </a:buClr>
        <a:buFont typeface="Arial" panose="020B0604020202020204" pitchFamily="34" charset="0"/>
        <a:buChar char="•"/>
        <a:defRPr sz="2000" kern="1200">
          <a:solidFill>
            <a:schemeClr val="bg1"/>
          </a:solidFill>
          <a:latin typeface="+mn-lt"/>
          <a:ea typeface="+mn-ea"/>
          <a:cs typeface="+mn-cs"/>
        </a:defRPr>
      </a:lvl3pPr>
      <a:lvl4pPr marL="1657350" indent="-285750" algn="l" defTabSz="914400" rtl="0" eaLnBrk="1" latinLnBrk="0" hangingPunct="1">
        <a:lnSpc>
          <a:spcPct val="90000"/>
        </a:lnSpc>
        <a:spcBef>
          <a:spcPts val="500"/>
        </a:spcBef>
        <a:buClr>
          <a:schemeClr val="accent6"/>
        </a:buClr>
        <a:buFont typeface="Arial" panose="020B0604020202020204" pitchFamily="34" charset="0"/>
        <a:buChar char="•"/>
        <a:defRPr sz="1800" kern="1200">
          <a:solidFill>
            <a:schemeClr val="bg1"/>
          </a:solidFill>
          <a:latin typeface="+mn-lt"/>
          <a:ea typeface="+mn-ea"/>
          <a:cs typeface="+mn-cs"/>
        </a:defRPr>
      </a:lvl4pPr>
      <a:lvl5pPr marL="2114550" indent="-285750" algn="l" defTabSz="914400" rtl="0" eaLnBrk="1" latinLnBrk="0" hangingPunct="1">
        <a:lnSpc>
          <a:spcPct val="90000"/>
        </a:lnSpc>
        <a:spcBef>
          <a:spcPts val="500"/>
        </a:spcBef>
        <a:buClr>
          <a:schemeClr val="accent6"/>
        </a:buClr>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image" Target="../media/image8.png"/><Relationship Id="rId1" Type="http://schemas.openxmlformats.org/officeDocument/2006/relationships/slideLayout" Target="../slideLayouts/slideLayout4.xml"/><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10.sv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hyperlink" Target="https://dev.to/pavanbelagatti/what-is-vector-similarity-search-2b6g" TargetMode="Externa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hyperlink" Target="mailto:sqlbouncer@sqlbouncer.com" TargetMode="External"/><Relationship Id="rId2" Type="http://schemas.openxmlformats.org/officeDocument/2006/relationships/notesSlide" Target="../notesSlides/notesSlide5.xml"/><Relationship Id="rId1" Type="http://schemas.openxmlformats.org/officeDocument/2006/relationships/slideLayout" Target="../slideLayouts/slideLayout14.xml"/><Relationship Id="rId4" Type="http://schemas.openxmlformats.org/officeDocument/2006/relationships/hyperlink" Target="https://www.linkedin.com/in/saidsalomonii"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997874EA-2F67-60CD-631F-5A787057F8CE}"/>
              </a:ext>
            </a:extLst>
          </p:cNvPr>
          <p:cNvSpPr>
            <a:spLocks noGrp="1"/>
          </p:cNvSpPr>
          <p:nvPr>
            <p:ph type="title"/>
          </p:nvPr>
        </p:nvSpPr>
        <p:spPr>
          <a:xfrm>
            <a:off x="0" y="304799"/>
            <a:ext cx="12191998" cy="3215641"/>
          </a:xfrm>
        </p:spPr>
        <p:txBody>
          <a:bodyPr anchor="b"/>
          <a:lstStyle/>
          <a:p>
            <a:r>
              <a:rPr lang="en-US" dirty="0"/>
              <a:t>What is new in</a:t>
            </a:r>
          </a:p>
        </p:txBody>
      </p:sp>
      <p:sp>
        <p:nvSpPr>
          <p:cNvPr id="9" name="Subtitle 3">
            <a:extLst>
              <a:ext uri="{FF2B5EF4-FFF2-40B4-BE49-F238E27FC236}">
                <a16:creationId xmlns:a16="http://schemas.microsoft.com/office/drawing/2014/main" id="{2981AB9E-AF0F-CAD0-2DD2-D640FB871E66}"/>
              </a:ext>
            </a:extLst>
          </p:cNvPr>
          <p:cNvSpPr>
            <a:spLocks noGrp="1"/>
          </p:cNvSpPr>
          <p:nvPr>
            <p:ph type="subTitle" idx="1"/>
          </p:nvPr>
        </p:nvSpPr>
        <p:spPr>
          <a:xfrm>
            <a:off x="3" y="3670628"/>
            <a:ext cx="12191997" cy="2577772"/>
          </a:xfrm>
        </p:spPr>
        <p:txBody>
          <a:bodyPr/>
          <a:lstStyle/>
          <a:p>
            <a:r>
              <a:rPr lang="en-US" dirty="0"/>
              <a:t>SQL 2025</a:t>
            </a:r>
          </a:p>
        </p:txBody>
      </p:sp>
      <p:pic>
        <p:nvPicPr>
          <p:cNvPr id="3" name="Picture 2" descr="A logo with text on it&#10;&#10;AI-generated content may be incorrect.">
            <a:extLst>
              <a:ext uri="{FF2B5EF4-FFF2-40B4-BE49-F238E27FC236}">
                <a16:creationId xmlns:a16="http://schemas.microsoft.com/office/drawing/2014/main" id="{80FAE052-9B42-9994-A0CC-6400694DCD1D}"/>
              </a:ext>
            </a:extLst>
          </p:cNvPr>
          <p:cNvPicPr>
            <a:picLocks noChangeAspect="1"/>
          </p:cNvPicPr>
          <p:nvPr/>
        </p:nvPicPr>
        <p:blipFill>
          <a:blip r:embed="rId3"/>
          <a:stretch>
            <a:fillRect/>
          </a:stretch>
        </p:blipFill>
        <p:spPr>
          <a:xfrm>
            <a:off x="4108807" y="4350703"/>
            <a:ext cx="4459840" cy="2047885"/>
          </a:xfrm>
          <a:prstGeom prst="rect">
            <a:avLst/>
          </a:prstGeom>
        </p:spPr>
      </p:pic>
    </p:spTree>
    <p:extLst>
      <p:ext uri="{BB962C8B-B14F-4D97-AF65-F5344CB8AC3E}">
        <p14:creationId xmlns:p14="http://schemas.microsoft.com/office/powerpoint/2010/main" val="249803146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68BB369-983A-A83F-687E-D13DCC3FE5E0}"/>
              </a:ext>
            </a:extLst>
          </p:cNvPr>
          <p:cNvSpPr>
            <a:spLocks noGrp="1"/>
          </p:cNvSpPr>
          <p:nvPr>
            <p:ph type="sldNum" sz="quarter" idx="12"/>
          </p:nvPr>
        </p:nvSpPr>
        <p:spPr/>
        <p:txBody>
          <a:bodyPr/>
          <a:lstStyle/>
          <a:p>
            <a:fld id="{FE024F78-56A6-7740-B68D-8D4D026EDF3F}" type="slidenum">
              <a:rPr lang="en-US" smtClean="0"/>
              <a:pPr/>
              <a:t>2</a:t>
            </a:fld>
            <a:endParaRPr lang="en-US" dirty="0"/>
          </a:p>
        </p:txBody>
      </p:sp>
      <p:sp>
        <p:nvSpPr>
          <p:cNvPr id="5" name="Title 1">
            <a:extLst>
              <a:ext uri="{FF2B5EF4-FFF2-40B4-BE49-F238E27FC236}">
                <a16:creationId xmlns:a16="http://schemas.microsoft.com/office/drawing/2014/main" id="{2F4F199B-6B18-FE49-C1A1-B3242944FB70}"/>
              </a:ext>
            </a:extLst>
          </p:cNvPr>
          <p:cNvSpPr txBox="1">
            <a:spLocks/>
          </p:cNvSpPr>
          <p:nvPr/>
        </p:nvSpPr>
        <p:spPr bwMode="auto">
          <a:xfrm>
            <a:off x="6406643" y="475339"/>
            <a:ext cx="5568696" cy="483717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rmAutofit fontScale="25000" lnSpcReduction="20000"/>
          </a:bodyPr>
          <a:lstStyle>
            <a:lvl1pPr algn="l" rtl="0" eaLnBrk="1" fontAlgn="base" hangingPunct="1">
              <a:lnSpc>
                <a:spcPct val="120000"/>
              </a:lnSpc>
              <a:spcBef>
                <a:spcPct val="0"/>
              </a:spcBef>
              <a:spcAft>
                <a:spcPct val="0"/>
              </a:spcAft>
              <a:defRPr sz="6000" b="1" i="0" kern="1200">
                <a:solidFill>
                  <a:schemeClr val="bg1"/>
                </a:solidFill>
                <a:latin typeface="IBM Plex Sans" panose="020B0503050203000203" pitchFamily="34" charset="77"/>
                <a:ea typeface="+mj-ea"/>
                <a:cs typeface="IBM Plex Sans" panose="020B0503050203000203" pitchFamily="34" charset="77"/>
              </a:defRPr>
            </a:lvl1pPr>
            <a:lvl2pPr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2pPr>
            <a:lvl3pPr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3pPr>
            <a:lvl4pPr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4pPr>
            <a:lvl5pPr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5pPr>
            <a:lvl6pPr marL="457200"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6pPr>
            <a:lvl7pPr marL="914400"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7pPr>
            <a:lvl8pPr marL="1371600"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8pPr>
            <a:lvl9pPr marL="1828800"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9pPr>
          </a:lstStyle>
          <a:p>
            <a:pPr algn="l" rtl="0">
              <a:lnSpc>
                <a:spcPts val="2288"/>
              </a:lnSpc>
            </a:pPr>
            <a:r>
              <a:rPr lang="en-US" sz="9600" dirty="0">
                <a:solidFill>
                  <a:srgbClr val="EBAB2A"/>
                </a:solidFill>
                <a:latin typeface="Arial" panose="020B0604020202020204" pitchFamily="34" charset="0"/>
                <a:ea typeface="+mn-ea"/>
                <a:cs typeface="Arial" panose="020B0604020202020204" pitchFamily="34" charset="0"/>
              </a:rPr>
              <a:t>Said Salomon has over 40 years of experience as an Information Technology Professional. He has a vast array of abilities in the field in the areas of Network, Desktop Support, DBA, Staff Project Management, Application Software Development, Business Analysis and Quality Assurance. He is an AWS Certified Solutions Architect – Associate and has certifications from the Insurance Institute of America. </a:t>
            </a:r>
            <a:endParaRPr lang="en-US" altLang="zh-CN" sz="9600" dirty="0">
              <a:solidFill>
                <a:srgbClr val="EBAB2A"/>
              </a:solidFill>
              <a:latin typeface="Arial" panose="020B0604020202020204" pitchFamily="34" charset="0"/>
              <a:ea typeface="+mn-ea"/>
              <a:cs typeface="Arial" panose="020B0604020202020204" pitchFamily="34" charset="0"/>
            </a:endParaRPr>
          </a:p>
        </p:txBody>
      </p:sp>
      <p:sp>
        <p:nvSpPr>
          <p:cNvPr id="6" name="Text Box57">
            <a:extLst>
              <a:ext uri="{FF2B5EF4-FFF2-40B4-BE49-F238E27FC236}">
                <a16:creationId xmlns:a16="http://schemas.microsoft.com/office/drawing/2014/main" id="{1BB1FE81-2D8E-53F9-DA63-23AEF625158C}"/>
              </a:ext>
            </a:extLst>
          </p:cNvPr>
          <p:cNvSpPr txBox="1"/>
          <p:nvPr/>
        </p:nvSpPr>
        <p:spPr>
          <a:xfrm>
            <a:off x="832952" y="5649777"/>
            <a:ext cx="2807372" cy="392480"/>
          </a:xfrm>
          <a:prstGeom prst="rect">
            <a:avLst/>
          </a:prstGeom>
        </p:spPr>
        <p:txBody>
          <a:bodyPr wrap="square" lIns="0" tIns="0" rIns="0" rtlCol="0">
            <a:spAutoFit/>
          </a:bodyPr>
          <a:lstStyle/>
          <a:p>
            <a:pPr algn="l">
              <a:lnSpc>
                <a:spcPts val="0"/>
              </a:lnSpc>
            </a:pPr>
            <a:endParaRPr dirty="0"/>
          </a:p>
          <a:p>
            <a:pPr algn="l" rtl="0">
              <a:lnSpc>
                <a:spcPts val="2678"/>
              </a:lnSpc>
            </a:pPr>
            <a:r>
              <a:rPr lang="en-US" altLang="zh-CN" sz="2400" spc="-1" dirty="0">
                <a:solidFill>
                  <a:srgbClr val="F8F8F8"/>
                </a:solidFill>
                <a:latin typeface="Arial"/>
                <a:ea typeface="Arial"/>
                <a:cs typeface="Arial"/>
              </a:rPr>
              <a:t>@SQLBouncer</a:t>
            </a:r>
            <a:endParaRPr lang="en-US" altLang="zh-CN" sz="2400" dirty="0">
              <a:latin typeface="Arial"/>
              <a:ea typeface="Arial"/>
              <a:cs typeface="Arial"/>
            </a:endParaRPr>
          </a:p>
        </p:txBody>
      </p:sp>
      <p:pic>
        <p:nvPicPr>
          <p:cNvPr id="7" name="Picture 6" descr="A close up of a sign&#10;&#10;Description automatically generated">
            <a:extLst>
              <a:ext uri="{FF2B5EF4-FFF2-40B4-BE49-F238E27FC236}">
                <a16:creationId xmlns:a16="http://schemas.microsoft.com/office/drawing/2014/main" id="{062DC4BA-766A-537C-E624-91523F845B4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345292" y="4956302"/>
            <a:ext cx="1491630" cy="1491630"/>
          </a:xfrm>
          <a:prstGeom prst="rect">
            <a:avLst/>
          </a:prstGeom>
        </p:spPr>
      </p:pic>
      <p:pic>
        <p:nvPicPr>
          <p:cNvPr id="8" name="Graphic 7">
            <a:extLst>
              <a:ext uri="{FF2B5EF4-FFF2-40B4-BE49-F238E27FC236}">
                <a16:creationId xmlns:a16="http://schemas.microsoft.com/office/drawing/2014/main" id="{1C0422EE-9315-A95E-2B82-67361E5190CC}"/>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06084" y="4267249"/>
            <a:ext cx="457200" cy="457200"/>
          </a:xfrm>
          <a:prstGeom prst="rect">
            <a:avLst/>
          </a:prstGeom>
        </p:spPr>
      </p:pic>
      <p:pic>
        <p:nvPicPr>
          <p:cNvPr id="9" name="Graphic 8">
            <a:extLst>
              <a:ext uri="{FF2B5EF4-FFF2-40B4-BE49-F238E27FC236}">
                <a16:creationId xmlns:a16="http://schemas.microsoft.com/office/drawing/2014/main" id="{35A86460-CCFE-F815-5D00-7DFB2B49A45F}"/>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52367" y="4903365"/>
            <a:ext cx="457200" cy="457200"/>
          </a:xfrm>
          <a:prstGeom prst="rect">
            <a:avLst/>
          </a:prstGeom>
        </p:spPr>
      </p:pic>
      <p:sp>
        <p:nvSpPr>
          <p:cNvPr id="10" name="Content Placeholder 20">
            <a:extLst>
              <a:ext uri="{FF2B5EF4-FFF2-40B4-BE49-F238E27FC236}">
                <a16:creationId xmlns:a16="http://schemas.microsoft.com/office/drawing/2014/main" id="{A91403B6-4620-D6BF-957D-7D1F080231B6}"/>
              </a:ext>
            </a:extLst>
          </p:cNvPr>
          <p:cNvSpPr/>
          <p:nvPr/>
        </p:nvSpPr>
        <p:spPr>
          <a:xfrm>
            <a:off x="333128" y="5624483"/>
            <a:ext cx="415088" cy="457201"/>
          </a:xfrm>
          <a:custGeom>
            <a:avLst/>
            <a:gdLst>
              <a:gd name="connsiteX0" fmla="*/ 216156 w 363204"/>
              <a:gd name="connsiteY0" fmla="*/ 157129 h 371085"/>
              <a:gd name="connsiteX1" fmla="*/ 351367 w 363204"/>
              <a:gd name="connsiteY1" fmla="*/ 0 h 371085"/>
              <a:gd name="connsiteX2" fmla="*/ 319326 w 363204"/>
              <a:gd name="connsiteY2" fmla="*/ 0 h 371085"/>
              <a:gd name="connsiteX3" fmla="*/ 201922 w 363204"/>
              <a:gd name="connsiteY3" fmla="*/ 136433 h 371085"/>
              <a:gd name="connsiteX4" fmla="*/ 108152 w 363204"/>
              <a:gd name="connsiteY4" fmla="*/ 0 h 371085"/>
              <a:gd name="connsiteX5" fmla="*/ 0 w 363204"/>
              <a:gd name="connsiteY5" fmla="*/ 0 h 371085"/>
              <a:gd name="connsiteX6" fmla="*/ 141798 w 363204"/>
              <a:gd name="connsiteY6" fmla="*/ 206311 h 371085"/>
              <a:gd name="connsiteX7" fmla="*/ 0 w 363204"/>
              <a:gd name="connsiteY7" fmla="*/ 371085 h 371085"/>
              <a:gd name="connsiteX8" fmla="*/ 32042 w 363204"/>
              <a:gd name="connsiteY8" fmla="*/ 371085 h 371085"/>
              <a:gd name="connsiteX9" fmla="*/ 156024 w 363204"/>
              <a:gd name="connsiteY9" fmla="*/ 227007 h 371085"/>
              <a:gd name="connsiteX10" fmla="*/ 255052 w 363204"/>
              <a:gd name="connsiteY10" fmla="*/ 371085 h 371085"/>
              <a:gd name="connsiteX11" fmla="*/ 363204 w 363204"/>
              <a:gd name="connsiteY11" fmla="*/ 371085 h 371085"/>
              <a:gd name="connsiteX12" fmla="*/ 216148 w 363204"/>
              <a:gd name="connsiteY12" fmla="*/ 157129 h 371085"/>
              <a:gd name="connsiteX13" fmla="*/ 216156 w 363204"/>
              <a:gd name="connsiteY13" fmla="*/ 157129 h 371085"/>
              <a:gd name="connsiteX14" fmla="*/ 172269 w 363204"/>
              <a:gd name="connsiteY14" fmla="*/ 208129 h 371085"/>
              <a:gd name="connsiteX15" fmla="*/ 157902 w 363204"/>
              <a:gd name="connsiteY15" fmla="*/ 187585 h 371085"/>
              <a:gd name="connsiteX16" fmla="*/ 43588 w 363204"/>
              <a:gd name="connsiteY16" fmla="*/ 24115 h 371085"/>
              <a:gd name="connsiteX17" fmla="*/ 92803 w 363204"/>
              <a:gd name="connsiteY17" fmla="*/ 24115 h 371085"/>
              <a:gd name="connsiteX18" fmla="*/ 185056 w 363204"/>
              <a:gd name="connsiteY18" fmla="*/ 156040 h 371085"/>
              <a:gd name="connsiteX19" fmla="*/ 199423 w 363204"/>
              <a:gd name="connsiteY19" fmla="*/ 176584 h 371085"/>
              <a:gd name="connsiteX20" fmla="*/ 319341 w 363204"/>
              <a:gd name="connsiteY20" fmla="*/ 348067 h 371085"/>
              <a:gd name="connsiteX21" fmla="*/ 270126 w 363204"/>
              <a:gd name="connsiteY21" fmla="*/ 348067 h 371085"/>
              <a:gd name="connsiteX22" fmla="*/ 172269 w 363204"/>
              <a:gd name="connsiteY22" fmla="*/ 208137 h 371085"/>
              <a:gd name="connsiteX23" fmla="*/ 172269 w 363204"/>
              <a:gd name="connsiteY23" fmla="*/ 208129 h 371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63204" h="371085">
                <a:moveTo>
                  <a:pt x="216156" y="157129"/>
                </a:moveTo>
                <a:lnTo>
                  <a:pt x="351367" y="0"/>
                </a:lnTo>
                <a:lnTo>
                  <a:pt x="319326" y="0"/>
                </a:lnTo>
                <a:lnTo>
                  <a:pt x="201922" y="136433"/>
                </a:lnTo>
                <a:lnTo>
                  <a:pt x="108152" y="0"/>
                </a:lnTo>
                <a:lnTo>
                  <a:pt x="0" y="0"/>
                </a:lnTo>
                <a:lnTo>
                  <a:pt x="141798" y="206311"/>
                </a:lnTo>
                <a:lnTo>
                  <a:pt x="0" y="371085"/>
                </a:lnTo>
                <a:lnTo>
                  <a:pt x="32042" y="371085"/>
                </a:lnTo>
                <a:lnTo>
                  <a:pt x="156024" y="227007"/>
                </a:lnTo>
                <a:lnTo>
                  <a:pt x="255052" y="371085"/>
                </a:lnTo>
                <a:lnTo>
                  <a:pt x="363204" y="371085"/>
                </a:lnTo>
                <a:lnTo>
                  <a:pt x="216148" y="157129"/>
                </a:lnTo>
                <a:lnTo>
                  <a:pt x="216156" y="157129"/>
                </a:lnTo>
                <a:close/>
                <a:moveTo>
                  <a:pt x="172269" y="208129"/>
                </a:moveTo>
                <a:lnTo>
                  <a:pt x="157902" y="187585"/>
                </a:lnTo>
                <a:lnTo>
                  <a:pt x="43588" y="24115"/>
                </a:lnTo>
                <a:lnTo>
                  <a:pt x="92803" y="24115"/>
                </a:lnTo>
                <a:lnTo>
                  <a:pt x="185056" y="156040"/>
                </a:lnTo>
                <a:lnTo>
                  <a:pt x="199423" y="176584"/>
                </a:lnTo>
                <a:lnTo>
                  <a:pt x="319341" y="348067"/>
                </a:lnTo>
                <a:lnTo>
                  <a:pt x="270126" y="348067"/>
                </a:lnTo>
                <a:lnTo>
                  <a:pt x="172269" y="208137"/>
                </a:lnTo>
                <a:lnTo>
                  <a:pt x="172269" y="208129"/>
                </a:lnTo>
                <a:close/>
              </a:path>
            </a:pathLst>
          </a:custGeom>
          <a:gradFill flip="none" rotWithShape="1">
            <a:gsLst>
              <a:gs pos="0">
                <a:schemeClr val="accent4"/>
              </a:gs>
              <a:gs pos="100000">
                <a:schemeClr val="accent3"/>
              </a:gs>
              <a:gs pos="65000">
                <a:schemeClr val="accent2"/>
              </a:gs>
              <a:gs pos="35000">
                <a:schemeClr val="accent1"/>
              </a:gs>
            </a:gsLst>
            <a:lin ang="2700000" scaled="1"/>
            <a:tileRect/>
          </a:gradFill>
          <a:ln w="302" cap="flat">
            <a:noFill/>
            <a:prstDash val="solid"/>
            <a:miter/>
          </a:ln>
        </p:spPr>
        <p:txBody>
          <a:bodyPr rtlCol="0" anchor="ctr"/>
          <a:lstStyle/>
          <a:p>
            <a:endParaRPr lang="en-US"/>
          </a:p>
        </p:txBody>
      </p:sp>
      <p:sp>
        <p:nvSpPr>
          <p:cNvPr id="11" name="Text Box57">
            <a:extLst>
              <a:ext uri="{FF2B5EF4-FFF2-40B4-BE49-F238E27FC236}">
                <a16:creationId xmlns:a16="http://schemas.microsoft.com/office/drawing/2014/main" id="{3C924C7C-0803-A360-6B28-6F43BFAD2C60}"/>
              </a:ext>
            </a:extLst>
          </p:cNvPr>
          <p:cNvSpPr txBox="1"/>
          <p:nvPr/>
        </p:nvSpPr>
        <p:spPr>
          <a:xfrm>
            <a:off x="1012784" y="4903365"/>
            <a:ext cx="4793656" cy="392480"/>
          </a:xfrm>
          <a:prstGeom prst="rect">
            <a:avLst/>
          </a:prstGeom>
        </p:spPr>
        <p:txBody>
          <a:bodyPr wrap="square" lIns="0" tIns="0" rIns="0" rtlCol="0">
            <a:spAutoFit/>
          </a:bodyPr>
          <a:lstStyle/>
          <a:p>
            <a:pPr algn="l">
              <a:lnSpc>
                <a:spcPts val="0"/>
              </a:lnSpc>
            </a:pPr>
            <a:endParaRPr/>
          </a:p>
          <a:p>
            <a:pPr algn="l" rtl="0">
              <a:lnSpc>
                <a:spcPts val="2678"/>
              </a:lnSpc>
            </a:pPr>
            <a:r>
              <a:rPr lang="en-US" altLang="zh-CN" sz="2400" spc="-1">
                <a:solidFill>
                  <a:srgbClr val="F8F8F8"/>
                </a:solidFill>
                <a:latin typeface="Arial"/>
                <a:ea typeface="Arial"/>
                <a:cs typeface="Arial"/>
              </a:rPr>
              <a:t>SQLBouncer@SQLBouncer.com</a:t>
            </a:r>
            <a:endParaRPr lang="en-US" altLang="zh-CN" sz="2400">
              <a:latin typeface="Arial"/>
              <a:ea typeface="Arial"/>
              <a:cs typeface="Arial"/>
            </a:endParaRPr>
          </a:p>
        </p:txBody>
      </p:sp>
      <p:sp>
        <p:nvSpPr>
          <p:cNvPr id="12" name="TextBox 11">
            <a:extLst>
              <a:ext uri="{FF2B5EF4-FFF2-40B4-BE49-F238E27FC236}">
                <a16:creationId xmlns:a16="http://schemas.microsoft.com/office/drawing/2014/main" id="{79FD1A88-1A40-F172-F239-4175246587F7}"/>
              </a:ext>
            </a:extLst>
          </p:cNvPr>
          <p:cNvSpPr txBox="1"/>
          <p:nvPr/>
        </p:nvSpPr>
        <p:spPr>
          <a:xfrm>
            <a:off x="973160" y="4311183"/>
            <a:ext cx="4833280" cy="369332"/>
          </a:xfrm>
          <a:prstGeom prst="rect">
            <a:avLst/>
          </a:prstGeom>
          <a:solidFill>
            <a:schemeClr val="tx1"/>
          </a:solidFill>
        </p:spPr>
        <p:txBody>
          <a:bodyPr wrap="square">
            <a:spAutoFit/>
          </a:bodyPr>
          <a:lstStyle/>
          <a:p>
            <a:r>
              <a:rPr lang="en-US" dirty="0">
                <a:solidFill>
                  <a:schemeClr val="bg1"/>
                </a:solidFill>
              </a:rPr>
              <a:t>https://www.linkedin.com/in/saidsalomonii</a:t>
            </a:r>
          </a:p>
        </p:txBody>
      </p:sp>
      <p:sp>
        <p:nvSpPr>
          <p:cNvPr id="13" name="Title 1">
            <a:extLst>
              <a:ext uri="{FF2B5EF4-FFF2-40B4-BE49-F238E27FC236}">
                <a16:creationId xmlns:a16="http://schemas.microsoft.com/office/drawing/2014/main" id="{76050DB0-92E9-F598-7125-65B73888F594}"/>
              </a:ext>
            </a:extLst>
          </p:cNvPr>
          <p:cNvSpPr txBox="1">
            <a:spLocks/>
          </p:cNvSpPr>
          <p:nvPr/>
        </p:nvSpPr>
        <p:spPr>
          <a:xfrm>
            <a:off x="448355" y="419793"/>
            <a:ext cx="3513046" cy="1340961"/>
          </a:xfrm>
          <a:prstGeom prst="rect">
            <a:avLst/>
          </a:prstGeom>
        </p:spPr>
        <p:txBody>
          <a:bodyPr/>
          <a:lstStyle>
            <a:lvl1pPr algn="l" rtl="0" eaLnBrk="1" fontAlgn="base" hangingPunct="1">
              <a:lnSpc>
                <a:spcPct val="90000"/>
              </a:lnSpc>
              <a:spcBef>
                <a:spcPct val="0"/>
              </a:spcBef>
              <a:spcAft>
                <a:spcPct val="0"/>
              </a:spcAft>
              <a:defRPr sz="3600" b="0" i="0" kern="1200">
                <a:gradFill flip="none" rotWithShape="1">
                  <a:gsLst>
                    <a:gs pos="100000">
                      <a:schemeClr val="accent3"/>
                    </a:gs>
                    <a:gs pos="0">
                      <a:schemeClr val="accent2"/>
                    </a:gs>
                  </a:gsLst>
                  <a:lin ang="0" scaled="1"/>
                  <a:tileRect/>
                </a:gradFill>
                <a:latin typeface="Kanit Medium" pitchFamily="2" charset="-34"/>
                <a:ea typeface="+mj-ea"/>
                <a:cs typeface="Kanit Medium" pitchFamily="2" charset="-34"/>
              </a:defRPr>
            </a:lvl1pPr>
            <a:lvl2pPr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2pPr>
            <a:lvl3pPr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3pPr>
            <a:lvl4pPr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4pPr>
            <a:lvl5pPr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5pPr>
            <a:lvl6pPr marL="457200"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6pPr>
            <a:lvl7pPr marL="914400"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7pPr>
            <a:lvl8pPr marL="1371600"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8pPr>
            <a:lvl9pPr marL="1828800"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9pPr>
          </a:lstStyle>
          <a:p>
            <a:r>
              <a:rPr lang="en-US" sz="4400" dirty="0"/>
              <a:t>Said Salomon</a:t>
            </a:r>
          </a:p>
        </p:txBody>
      </p:sp>
      <p:sp>
        <p:nvSpPr>
          <p:cNvPr id="14" name="Title 1">
            <a:extLst>
              <a:ext uri="{FF2B5EF4-FFF2-40B4-BE49-F238E27FC236}">
                <a16:creationId xmlns:a16="http://schemas.microsoft.com/office/drawing/2014/main" id="{7E489AC3-28BC-8991-4B9E-1412B2040707}"/>
              </a:ext>
            </a:extLst>
          </p:cNvPr>
          <p:cNvSpPr txBox="1">
            <a:spLocks/>
          </p:cNvSpPr>
          <p:nvPr/>
        </p:nvSpPr>
        <p:spPr>
          <a:xfrm>
            <a:off x="534684" y="2233648"/>
            <a:ext cx="4285648" cy="1195351"/>
          </a:xfrm>
          <a:prstGeom prst="rect">
            <a:avLst/>
          </a:prstGeom>
        </p:spPr>
        <p:txBody>
          <a:bodyPr/>
          <a:lstStyle>
            <a:lvl1pPr algn="l" rtl="0" eaLnBrk="1" fontAlgn="base" hangingPunct="1">
              <a:lnSpc>
                <a:spcPct val="90000"/>
              </a:lnSpc>
              <a:spcBef>
                <a:spcPct val="0"/>
              </a:spcBef>
              <a:spcAft>
                <a:spcPct val="0"/>
              </a:spcAft>
              <a:defRPr sz="3600" b="0" i="0" kern="1200">
                <a:gradFill flip="none" rotWithShape="1">
                  <a:gsLst>
                    <a:gs pos="100000">
                      <a:schemeClr val="accent3"/>
                    </a:gs>
                    <a:gs pos="0">
                      <a:schemeClr val="accent2"/>
                    </a:gs>
                  </a:gsLst>
                  <a:lin ang="0" scaled="1"/>
                  <a:tileRect/>
                </a:gradFill>
                <a:latin typeface="Kanit Medium" pitchFamily="2" charset="-34"/>
                <a:ea typeface="+mj-ea"/>
                <a:cs typeface="Kanit Medium" pitchFamily="2" charset="-34"/>
              </a:defRPr>
            </a:lvl1pPr>
            <a:lvl2pPr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2pPr>
            <a:lvl3pPr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3pPr>
            <a:lvl4pPr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4pPr>
            <a:lvl5pPr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5pPr>
            <a:lvl6pPr marL="457200"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6pPr>
            <a:lvl7pPr marL="914400"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7pPr>
            <a:lvl8pPr marL="1371600"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8pPr>
            <a:lvl9pPr marL="1828800"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9pPr>
          </a:lstStyle>
          <a:p>
            <a:r>
              <a:rPr lang="en-US" dirty="0"/>
              <a:t>Database Administrator</a:t>
            </a:r>
          </a:p>
        </p:txBody>
      </p:sp>
      <p:pic>
        <p:nvPicPr>
          <p:cNvPr id="15" name="Picture 14">
            <a:extLst>
              <a:ext uri="{FF2B5EF4-FFF2-40B4-BE49-F238E27FC236}">
                <a16:creationId xmlns:a16="http://schemas.microsoft.com/office/drawing/2014/main" id="{D40B09BF-D42B-A429-CC48-1B99A155437D}"/>
              </a:ext>
            </a:extLst>
          </p:cNvPr>
          <p:cNvPicPr>
            <a:picLocks noChangeAspect="1"/>
          </p:cNvPicPr>
          <p:nvPr/>
        </p:nvPicPr>
        <p:blipFill>
          <a:blip r:embed="rId7"/>
          <a:stretch>
            <a:fillRect/>
          </a:stretch>
        </p:blipFill>
        <p:spPr>
          <a:xfrm>
            <a:off x="4379462" y="190269"/>
            <a:ext cx="1805096" cy="1805096"/>
          </a:xfrm>
          <a:prstGeom prst="rect">
            <a:avLst/>
          </a:prstGeom>
        </p:spPr>
      </p:pic>
    </p:spTree>
    <p:extLst>
      <p:ext uri="{BB962C8B-B14F-4D97-AF65-F5344CB8AC3E}">
        <p14:creationId xmlns:p14="http://schemas.microsoft.com/office/powerpoint/2010/main" val="29534132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1A2458FF-0D0C-4ACC-C6FB-103BC0BADCCD}"/>
              </a:ext>
            </a:extLst>
          </p:cNvPr>
          <p:cNvSpPr>
            <a:spLocks noGrp="1"/>
          </p:cNvSpPr>
          <p:nvPr>
            <p:ph type="title"/>
          </p:nvPr>
        </p:nvSpPr>
        <p:spPr>
          <a:xfrm>
            <a:off x="2399620" y="162560"/>
            <a:ext cx="8843050" cy="1616904"/>
          </a:xfrm>
        </p:spPr>
        <p:txBody>
          <a:bodyPr anchor="b">
            <a:normAutofit/>
          </a:bodyPr>
          <a:lstStyle/>
          <a:p>
            <a:r>
              <a:rPr lang="en-US" dirty="0"/>
              <a:t>Agenda</a:t>
            </a:r>
          </a:p>
        </p:txBody>
      </p:sp>
      <p:pic>
        <p:nvPicPr>
          <p:cNvPr id="4" name="Content Placeholder 3" descr="A logo with text on it&#10;&#10;AI-generated content may be incorrect.">
            <a:extLst>
              <a:ext uri="{FF2B5EF4-FFF2-40B4-BE49-F238E27FC236}">
                <a16:creationId xmlns:a16="http://schemas.microsoft.com/office/drawing/2014/main" id="{8B850849-E83C-6FFB-51F4-78A5C377FD9B}"/>
              </a:ext>
            </a:extLst>
          </p:cNvPr>
          <p:cNvPicPr>
            <a:picLocks noGrp="1" noChangeAspect="1"/>
          </p:cNvPicPr>
          <p:nvPr>
            <p:ph sz="quarter" idx="35"/>
          </p:nvPr>
        </p:nvPicPr>
        <p:blipFill>
          <a:blip r:embed="rId3"/>
          <a:stretch>
            <a:fillRect/>
          </a:stretch>
        </p:blipFill>
        <p:spPr>
          <a:xfrm>
            <a:off x="2373313" y="3317657"/>
            <a:ext cx="4014787" cy="1843524"/>
          </a:xfrm>
        </p:spPr>
      </p:pic>
      <p:sp>
        <p:nvSpPr>
          <p:cNvPr id="31" name="Text Placeholder 3">
            <a:extLst>
              <a:ext uri="{FF2B5EF4-FFF2-40B4-BE49-F238E27FC236}">
                <a16:creationId xmlns:a16="http://schemas.microsoft.com/office/drawing/2014/main" id="{F1239C0E-3F39-787D-0FC3-6B7C9BA37E8F}"/>
              </a:ext>
            </a:extLst>
          </p:cNvPr>
          <p:cNvSpPr>
            <a:spLocks noGrp="1"/>
          </p:cNvSpPr>
          <p:nvPr>
            <p:ph sz="quarter" idx="36"/>
          </p:nvPr>
        </p:nvSpPr>
        <p:spPr>
          <a:xfrm>
            <a:off x="6995159" y="2474811"/>
            <a:ext cx="4227332" cy="3528397"/>
          </a:xfrm>
        </p:spPr>
        <p:txBody>
          <a:bodyPr>
            <a:normAutofit lnSpcReduction="10000"/>
          </a:bodyPr>
          <a:lstStyle/>
          <a:p>
            <a:pPr marL="285750" indent="-285750">
              <a:lnSpc>
                <a:spcPct val="110000"/>
              </a:lnSpc>
              <a:buFont typeface="Arial" panose="020B0604020202020204" pitchFamily="34" charset="0"/>
              <a:buChar char="•"/>
            </a:pPr>
            <a:r>
              <a:rPr lang="en-US" sz="1100" dirty="0"/>
              <a:t>What is new in SQL 2025 brief overview</a:t>
            </a:r>
          </a:p>
          <a:p>
            <a:pPr marL="569214" lvl="1">
              <a:lnSpc>
                <a:spcPct val="110000"/>
              </a:lnSpc>
            </a:pPr>
            <a:r>
              <a:rPr lang="en-US" sz="1100" dirty="0"/>
              <a:t>PSA AI / </a:t>
            </a:r>
            <a:r>
              <a:rPr lang="en-US" sz="1100"/>
              <a:t>DeepFakes</a:t>
            </a:r>
          </a:p>
          <a:p>
            <a:pPr marL="285750" indent="-285750">
              <a:lnSpc>
                <a:spcPct val="110000"/>
              </a:lnSpc>
              <a:buFont typeface="Arial" panose="020B0604020202020204" pitchFamily="34" charset="0"/>
              <a:buChar char="•"/>
            </a:pPr>
            <a:r>
              <a:rPr lang="en-US" sz="1100" dirty="0"/>
              <a:t>New JSON data type</a:t>
            </a:r>
          </a:p>
          <a:p>
            <a:pPr marL="285750" indent="-285750">
              <a:lnSpc>
                <a:spcPct val="110000"/>
              </a:lnSpc>
              <a:buFont typeface="Arial" panose="020B0604020202020204" pitchFamily="34" charset="0"/>
              <a:buChar char="•"/>
            </a:pPr>
            <a:r>
              <a:rPr lang="en-US" sz="1100" dirty="0"/>
              <a:t>New Vector Data type</a:t>
            </a:r>
          </a:p>
          <a:p>
            <a:pPr marL="1085850" lvl="1" indent="-285750">
              <a:lnSpc>
                <a:spcPct val="110000"/>
              </a:lnSpc>
            </a:pPr>
            <a:r>
              <a:rPr lang="en-US" sz="1100" dirty="0"/>
              <a:t>What is a Vector in SQL 2025</a:t>
            </a:r>
          </a:p>
          <a:p>
            <a:pPr marL="1085850" lvl="1" indent="-285750">
              <a:lnSpc>
                <a:spcPct val="110000"/>
              </a:lnSpc>
            </a:pPr>
            <a:r>
              <a:rPr lang="en-US" sz="1100" dirty="0"/>
              <a:t>Using Vector with LLM / AI</a:t>
            </a:r>
          </a:p>
          <a:p>
            <a:pPr marL="1543050" lvl="2" indent="-285750">
              <a:lnSpc>
                <a:spcPct val="110000"/>
              </a:lnSpc>
            </a:pPr>
            <a:r>
              <a:rPr lang="en-US" sz="1100" dirty="0"/>
              <a:t>New Functions for Vectors</a:t>
            </a:r>
          </a:p>
          <a:p>
            <a:pPr marL="1085850" lvl="1" indent="-285750">
              <a:lnSpc>
                <a:spcPct val="110000"/>
              </a:lnSpc>
            </a:pPr>
            <a:r>
              <a:rPr lang="en-US" sz="1100" dirty="0"/>
              <a:t>Basic Demo</a:t>
            </a:r>
          </a:p>
          <a:p>
            <a:pPr marL="1085850" lvl="1" indent="-285750">
              <a:lnSpc>
                <a:spcPct val="110000"/>
              </a:lnSpc>
            </a:pPr>
            <a:r>
              <a:rPr lang="en-US" sz="1100" dirty="0"/>
              <a:t>Advanced Demo</a:t>
            </a:r>
          </a:p>
          <a:p>
            <a:pPr marL="1543050" lvl="2" indent="-285750">
              <a:lnSpc>
                <a:spcPct val="110000"/>
              </a:lnSpc>
            </a:pPr>
            <a:r>
              <a:rPr lang="en-US" sz="1100" dirty="0"/>
              <a:t>Setup LLM for demo</a:t>
            </a:r>
          </a:p>
          <a:p>
            <a:pPr marL="285750" indent="-285750">
              <a:lnSpc>
                <a:spcPct val="110000"/>
              </a:lnSpc>
              <a:buFont typeface="Arial" panose="020B0604020202020204" pitchFamily="34" charset="0"/>
              <a:buChar char="•"/>
            </a:pPr>
            <a:r>
              <a:rPr lang="en-US" sz="1100" dirty="0"/>
              <a:t>Sources and extras</a:t>
            </a:r>
          </a:p>
          <a:p>
            <a:pPr marL="285750" indent="-285750">
              <a:lnSpc>
                <a:spcPct val="110000"/>
              </a:lnSpc>
            </a:pPr>
            <a:r>
              <a:rPr lang="en-US" sz="1100" dirty="0"/>
              <a:t>	</a:t>
            </a:r>
          </a:p>
        </p:txBody>
      </p:sp>
      <p:sp>
        <p:nvSpPr>
          <p:cNvPr id="38" name="Slide Number Placeholder 4">
            <a:extLst>
              <a:ext uri="{FF2B5EF4-FFF2-40B4-BE49-F238E27FC236}">
                <a16:creationId xmlns:a16="http://schemas.microsoft.com/office/drawing/2014/main" id="{81B5225E-0EE7-05FA-0C9A-E2B99AA57204}"/>
              </a:ext>
            </a:extLst>
          </p:cNvPr>
          <p:cNvSpPr>
            <a:spLocks noGrp="1"/>
          </p:cNvSpPr>
          <p:nvPr>
            <p:ph type="sldNum" sz="quarter" idx="12"/>
          </p:nvPr>
        </p:nvSpPr>
        <p:spPr>
          <a:xfrm>
            <a:off x="9140971" y="6226198"/>
            <a:ext cx="2743200" cy="365125"/>
          </a:xfrm>
        </p:spPr>
        <p:txBody>
          <a:bodyPr/>
          <a:lstStyle/>
          <a:p>
            <a:pPr>
              <a:spcAft>
                <a:spcPts val="600"/>
              </a:spcAft>
            </a:pPr>
            <a:fld id="{FE024F78-56A6-7740-B68D-8D4D026EDF3F}" type="slidenum">
              <a:rPr lang="en-US" smtClean="0"/>
              <a:pPr>
                <a:spcAft>
                  <a:spcPts val="600"/>
                </a:spcAft>
              </a:pPr>
              <a:t>3</a:t>
            </a:fld>
            <a:endParaRPr lang="en-US"/>
          </a:p>
        </p:txBody>
      </p:sp>
    </p:spTree>
    <p:extLst>
      <p:ext uri="{BB962C8B-B14F-4D97-AF65-F5344CB8AC3E}">
        <p14:creationId xmlns:p14="http://schemas.microsoft.com/office/powerpoint/2010/main" val="14601593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A82DF2-ED38-9831-16BC-5C7E79C73C55}"/>
              </a:ext>
            </a:extLst>
          </p:cNvPr>
          <p:cNvSpPr>
            <a:spLocks noGrp="1"/>
          </p:cNvSpPr>
          <p:nvPr>
            <p:ph type="title"/>
          </p:nvPr>
        </p:nvSpPr>
        <p:spPr>
          <a:xfrm>
            <a:off x="321869" y="579120"/>
            <a:ext cx="11548261" cy="541757"/>
          </a:xfrm>
        </p:spPr>
        <p:txBody>
          <a:bodyPr/>
          <a:lstStyle/>
          <a:p>
            <a:r>
              <a:rPr lang="en-US" dirty="0"/>
              <a:t>PSA</a:t>
            </a:r>
          </a:p>
        </p:txBody>
      </p:sp>
      <p:sp>
        <p:nvSpPr>
          <p:cNvPr id="4" name="Slide Number Placeholder 3">
            <a:extLst>
              <a:ext uri="{FF2B5EF4-FFF2-40B4-BE49-F238E27FC236}">
                <a16:creationId xmlns:a16="http://schemas.microsoft.com/office/drawing/2014/main" id="{D34F525C-BF1A-359D-AB64-69C551CAB1D3}"/>
              </a:ext>
            </a:extLst>
          </p:cNvPr>
          <p:cNvSpPr>
            <a:spLocks noGrp="1"/>
          </p:cNvSpPr>
          <p:nvPr>
            <p:ph type="sldNum" sz="quarter" idx="12"/>
          </p:nvPr>
        </p:nvSpPr>
        <p:spPr/>
        <p:txBody>
          <a:bodyPr/>
          <a:lstStyle/>
          <a:p>
            <a:fld id="{FE024F78-56A6-7740-B68D-8D4D026EDF3F}" type="slidenum">
              <a:rPr lang="en-US" smtClean="0"/>
              <a:pPr/>
              <a:t>4</a:t>
            </a:fld>
            <a:endParaRPr lang="en-US" dirty="0"/>
          </a:p>
        </p:txBody>
      </p:sp>
      <p:sp>
        <p:nvSpPr>
          <p:cNvPr id="6" name="TextBox 5">
            <a:extLst>
              <a:ext uri="{FF2B5EF4-FFF2-40B4-BE49-F238E27FC236}">
                <a16:creationId xmlns:a16="http://schemas.microsoft.com/office/drawing/2014/main" id="{47590441-593A-7056-F595-BD16B454B222}"/>
              </a:ext>
            </a:extLst>
          </p:cNvPr>
          <p:cNvSpPr txBox="1"/>
          <p:nvPr/>
        </p:nvSpPr>
        <p:spPr>
          <a:xfrm>
            <a:off x="875071" y="1809135"/>
            <a:ext cx="7688826" cy="2308324"/>
          </a:xfrm>
          <a:prstGeom prst="rect">
            <a:avLst/>
          </a:prstGeom>
          <a:noFill/>
        </p:spPr>
        <p:txBody>
          <a:bodyPr wrap="square" rtlCol="0">
            <a:spAutoFit/>
          </a:bodyPr>
          <a:lstStyle/>
          <a:p>
            <a:r>
              <a:rPr lang="en-US" dirty="0">
                <a:solidFill>
                  <a:schemeClr val="bg1"/>
                </a:solidFill>
              </a:rPr>
              <a:t>AI and Deep Fake Technology has gotten to the point where can be difficult for even technology professionals identify fakes. </a:t>
            </a:r>
          </a:p>
          <a:p>
            <a:endParaRPr lang="en-US" dirty="0">
              <a:solidFill>
                <a:schemeClr val="bg1"/>
              </a:solidFill>
            </a:endParaRPr>
          </a:p>
          <a:p>
            <a:r>
              <a:rPr lang="en-US" dirty="0">
                <a:solidFill>
                  <a:schemeClr val="bg1"/>
                </a:solidFill>
              </a:rPr>
              <a:t>Scammers are starting to use this technology to trick people.</a:t>
            </a:r>
          </a:p>
          <a:p>
            <a:endParaRPr lang="en-US" dirty="0">
              <a:solidFill>
                <a:schemeClr val="bg1"/>
              </a:solidFill>
            </a:endParaRPr>
          </a:p>
          <a:p>
            <a:r>
              <a:rPr lang="en-US" dirty="0">
                <a:solidFill>
                  <a:schemeClr val="bg1"/>
                </a:solidFill>
              </a:rPr>
              <a:t>We all have friends and loved ones that are not technically versed as we are.  Please take time to warn them this technology exists and to be extra skeptical when seeing and hear things from the internet.</a:t>
            </a:r>
          </a:p>
        </p:txBody>
      </p:sp>
    </p:spTree>
    <p:extLst>
      <p:ext uri="{BB962C8B-B14F-4D97-AF65-F5344CB8AC3E}">
        <p14:creationId xmlns:p14="http://schemas.microsoft.com/office/powerpoint/2010/main" val="8757998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FC8790-3D17-9E6C-C553-633802A1FCEF}"/>
              </a:ext>
            </a:extLst>
          </p:cNvPr>
          <p:cNvSpPr>
            <a:spLocks noGrp="1"/>
          </p:cNvSpPr>
          <p:nvPr>
            <p:ph type="title"/>
          </p:nvPr>
        </p:nvSpPr>
        <p:spPr>
          <a:xfrm>
            <a:off x="321869" y="579120"/>
            <a:ext cx="11548261" cy="689241"/>
          </a:xfrm>
        </p:spPr>
        <p:txBody>
          <a:bodyPr/>
          <a:lstStyle/>
          <a:p>
            <a:r>
              <a:rPr lang="en-US" dirty="0"/>
              <a:t>What’s New SQL 2025 01</a:t>
            </a:r>
          </a:p>
        </p:txBody>
      </p:sp>
      <p:sp>
        <p:nvSpPr>
          <p:cNvPr id="4" name="Slide Number Placeholder 3">
            <a:extLst>
              <a:ext uri="{FF2B5EF4-FFF2-40B4-BE49-F238E27FC236}">
                <a16:creationId xmlns:a16="http://schemas.microsoft.com/office/drawing/2014/main" id="{94222919-A657-9D14-99D3-94BE5C121E32}"/>
              </a:ext>
            </a:extLst>
          </p:cNvPr>
          <p:cNvSpPr>
            <a:spLocks noGrp="1"/>
          </p:cNvSpPr>
          <p:nvPr>
            <p:ph type="sldNum" sz="quarter" idx="12"/>
          </p:nvPr>
        </p:nvSpPr>
        <p:spPr/>
        <p:txBody>
          <a:bodyPr/>
          <a:lstStyle/>
          <a:p>
            <a:fld id="{FE024F78-56A6-7740-B68D-8D4D026EDF3F}" type="slidenum">
              <a:rPr lang="en-US" smtClean="0"/>
              <a:pPr/>
              <a:t>5</a:t>
            </a:fld>
            <a:endParaRPr lang="en-US" dirty="0"/>
          </a:p>
        </p:txBody>
      </p:sp>
      <p:sp>
        <p:nvSpPr>
          <p:cNvPr id="5" name="TextBox 4">
            <a:extLst>
              <a:ext uri="{FF2B5EF4-FFF2-40B4-BE49-F238E27FC236}">
                <a16:creationId xmlns:a16="http://schemas.microsoft.com/office/drawing/2014/main" id="{38BB43CE-1391-6A36-7C1E-CB71EBB93955}"/>
              </a:ext>
            </a:extLst>
          </p:cNvPr>
          <p:cNvSpPr txBox="1"/>
          <p:nvPr/>
        </p:nvSpPr>
        <p:spPr>
          <a:xfrm>
            <a:off x="737419" y="2045110"/>
            <a:ext cx="9379975" cy="4801314"/>
          </a:xfrm>
          <a:prstGeom prst="rect">
            <a:avLst/>
          </a:prstGeom>
          <a:noFill/>
        </p:spPr>
        <p:txBody>
          <a:bodyPr wrap="square" rtlCol="0">
            <a:spAutoFit/>
          </a:bodyPr>
          <a:lstStyle/>
          <a:p>
            <a:pPr marL="285750" indent="-285750">
              <a:buFont typeface="Arial" panose="020B0604020202020204" pitchFamily="34" charset="0"/>
              <a:buChar char="•"/>
            </a:pPr>
            <a:r>
              <a:rPr lang="en-US" dirty="0">
                <a:solidFill>
                  <a:schemeClr val="bg1"/>
                </a:solidFill>
              </a:rPr>
              <a:t>Edition Changes</a:t>
            </a:r>
          </a:p>
          <a:p>
            <a:pPr marL="285750" indent="-285750">
              <a:buFont typeface="Arial" panose="020B0604020202020204" pitchFamily="34" charset="0"/>
              <a:buChar char="•"/>
            </a:pPr>
            <a:r>
              <a:rPr lang="en-US" dirty="0">
                <a:solidFill>
                  <a:schemeClr val="bg1"/>
                </a:solidFill>
              </a:rPr>
              <a:t>AI</a:t>
            </a:r>
          </a:p>
          <a:p>
            <a:pPr marL="742950" lvl="1" indent="-285750">
              <a:buFont typeface="Arial" panose="020B0604020202020204" pitchFamily="34" charset="0"/>
              <a:buChar char="•"/>
            </a:pPr>
            <a:r>
              <a:rPr lang="en-US" dirty="0">
                <a:solidFill>
                  <a:schemeClr val="bg1"/>
                </a:solidFill>
              </a:rPr>
              <a:t>Copilot for SSMS</a:t>
            </a:r>
          </a:p>
          <a:p>
            <a:pPr marL="742950" lvl="1" indent="-285750">
              <a:buFont typeface="Arial" panose="020B0604020202020204" pitchFamily="34" charset="0"/>
              <a:buChar char="•"/>
            </a:pPr>
            <a:r>
              <a:rPr lang="en-US" dirty="0">
                <a:solidFill>
                  <a:schemeClr val="bg1"/>
                </a:solidFill>
              </a:rPr>
              <a:t>Vector data type (coming up)</a:t>
            </a:r>
          </a:p>
          <a:p>
            <a:pPr marL="285750" indent="-285750">
              <a:buFont typeface="Arial" panose="020B0604020202020204" pitchFamily="34" charset="0"/>
              <a:buChar char="•"/>
            </a:pPr>
            <a:r>
              <a:rPr lang="en-US" dirty="0">
                <a:solidFill>
                  <a:schemeClr val="bg1"/>
                </a:solidFill>
              </a:rPr>
              <a:t>Developer</a:t>
            </a:r>
          </a:p>
          <a:p>
            <a:pPr marL="742950" lvl="1" indent="-285750">
              <a:buFont typeface="Arial" panose="020B0604020202020204" pitchFamily="34" charset="0"/>
              <a:buChar char="•"/>
            </a:pPr>
            <a:r>
              <a:rPr lang="en-US" dirty="0">
                <a:solidFill>
                  <a:schemeClr val="bg1"/>
                </a:solidFill>
              </a:rPr>
              <a:t>CES (Change Event Streaming)</a:t>
            </a:r>
          </a:p>
          <a:p>
            <a:pPr marL="742950" lvl="1" indent="-285750">
              <a:buFont typeface="Arial" panose="020B0604020202020204" pitchFamily="34" charset="0"/>
              <a:buChar char="•"/>
            </a:pPr>
            <a:r>
              <a:rPr lang="en-US" dirty="0">
                <a:solidFill>
                  <a:schemeClr val="bg1"/>
                </a:solidFill>
              </a:rPr>
              <a:t>Fuzzy string matching</a:t>
            </a:r>
          </a:p>
          <a:p>
            <a:pPr marL="742950" lvl="1" indent="-285750">
              <a:buFont typeface="Arial" panose="020B0604020202020204" pitchFamily="34" charset="0"/>
              <a:buChar char="•"/>
            </a:pPr>
            <a:r>
              <a:rPr lang="en-US" dirty="0">
                <a:solidFill>
                  <a:schemeClr val="bg1"/>
                </a:solidFill>
              </a:rPr>
              <a:t>Regular Expressions</a:t>
            </a:r>
          </a:p>
          <a:p>
            <a:pPr marL="742950" lvl="1" indent="-285750">
              <a:buFont typeface="Arial" panose="020B0604020202020204" pitchFamily="34" charset="0"/>
              <a:buChar char="•"/>
            </a:pPr>
            <a:r>
              <a:rPr lang="en-US" dirty="0" err="1">
                <a:solidFill>
                  <a:schemeClr val="bg1"/>
                </a:solidFill>
              </a:rPr>
              <a:t>Sp_invoke_external_rest_endpoint</a:t>
            </a:r>
            <a:endParaRPr lang="en-US" dirty="0">
              <a:solidFill>
                <a:schemeClr val="bg1"/>
              </a:solidFill>
            </a:endParaRPr>
          </a:p>
          <a:p>
            <a:pPr marL="742950" lvl="1" indent="-285750">
              <a:buFont typeface="Arial" panose="020B0604020202020204" pitchFamily="34" charset="0"/>
              <a:buChar char="•"/>
            </a:pPr>
            <a:r>
              <a:rPr lang="en-US" dirty="0">
                <a:solidFill>
                  <a:schemeClr val="bg1"/>
                </a:solidFill>
              </a:rPr>
              <a:t>JSON data type (coming up)</a:t>
            </a:r>
          </a:p>
          <a:p>
            <a:pPr marL="742950" lvl="1" indent="-285750">
              <a:buFont typeface="Arial" panose="020B0604020202020204" pitchFamily="34" charset="0"/>
              <a:buChar char="•"/>
            </a:pPr>
            <a:r>
              <a:rPr lang="en-US" dirty="0">
                <a:solidFill>
                  <a:schemeClr val="bg1"/>
                </a:solidFill>
              </a:rPr>
              <a:t>Performance on math functions</a:t>
            </a:r>
          </a:p>
          <a:p>
            <a:pPr marL="742950" lvl="1" indent="-285750">
              <a:buFont typeface="Arial" panose="020B0604020202020204" pitchFamily="34" charset="0"/>
              <a:buChar char="•"/>
            </a:pPr>
            <a:r>
              <a:rPr lang="en-US" dirty="0">
                <a:solidFill>
                  <a:schemeClr val="bg1"/>
                </a:solidFill>
              </a:rPr>
              <a:t>DATETRUNC</a:t>
            </a:r>
          </a:p>
          <a:p>
            <a:pPr marL="742950" lvl="1" indent="-285750">
              <a:buFont typeface="Arial" panose="020B0604020202020204" pitchFamily="34" charset="0"/>
              <a:buChar char="•"/>
            </a:pPr>
            <a:r>
              <a:rPr lang="en-US" dirty="0">
                <a:solidFill>
                  <a:schemeClr val="bg1"/>
                </a:solidFill>
              </a:rPr>
              <a:t>New Chinese collations</a:t>
            </a:r>
          </a:p>
          <a:p>
            <a:pPr marL="742950" lvl="1" indent="-285750">
              <a:buFont typeface="Arial" panose="020B0604020202020204" pitchFamily="34" charset="0"/>
              <a:buChar char="•"/>
            </a:pPr>
            <a:endParaRPr lang="en-US" dirty="0">
              <a:solidFill>
                <a:schemeClr val="bg1"/>
              </a:solidFill>
            </a:endParaRPr>
          </a:p>
          <a:p>
            <a:r>
              <a:rPr lang="en-US" dirty="0">
                <a:solidFill>
                  <a:schemeClr val="bg1"/>
                </a:solidFill>
              </a:rPr>
              <a:t>	</a:t>
            </a:r>
          </a:p>
          <a:p>
            <a:endParaRPr lang="en-US" dirty="0">
              <a:solidFill>
                <a:schemeClr val="bg1"/>
              </a:solidFill>
            </a:endParaRPr>
          </a:p>
          <a:p>
            <a:endParaRPr lang="en-US" dirty="0"/>
          </a:p>
        </p:txBody>
      </p:sp>
    </p:spTree>
    <p:extLst>
      <p:ext uri="{BB962C8B-B14F-4D97-AF65-F5344CB8AC3E}">
        <p14:creationId xmlns:p14="http://schemas.microsoft.com/office/powerpoint/2010/main" val="31682964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6A76EF-5A06-FFE1-EED2-DE7710D097F3}"/>
              </a:ext>
            </a:extLst>
          </p:cNvPr>
          <p:cNvSpPr>
            <a:spLocks noGrp="1"/>
          </p:cNvSpPr>
          <p:nvPr>
            <p:ph type="title"/>
          </p:nvPr>
        </p:nvSpPr>
        <p:spPr>
          <a:xfrm>
            <a:off x="321869" y="579120"/>
            <a:ext cx="11548261" cy="531925"/>
          </a:xfrm>
        </p:spPr>
        <p:txBody>
          <a:bodyPr/>
          <a:lstStyle/>
          <a:p>
            <a:r>
              <a:rPr lang="en-US" dirty="0"/>
              <a:t>What’s New 2025 02</a:t>
            </a:r>
          </a:p>
        </p:txBody>
      </p:sp>
      <p:sp>
        <p:nvSpPr>
          <p:cNvPr id="4" name="Slide Number Placeholder 3">
            <a:extLst>
              <a:ext uri="{FF2B5EF4-FFF2-40B4-BE49-F238E27FC236}">
                <a16:creationId xmlns:a16="http://schemas.microsoft.com/office/drawing/2014/main" id="{CA22DF90-0D09-D013-0A40-B095E5E8A1DF}"/>
              </a:ext>
            </a:extLst>
          </p:cNvPr>
          <p:cNvSpPr>
            <a:spLocks noGrp="1"/>
          </p:cNvSpPr>
          <p:nvPr>
            <p:ph type="sldNum" sz="quarter" idx="12"/>
          </p:nvPr>
        </p:nvSpPr>
        <p:spPr/>
        <p:txBody>
          <a:bodyPr/>
          <a:lstStyle/>
          <a:p>
            <a:fld id="{FE024F78-56A6-7740-B68D-8D4D026EDF3F}" type="slidenum">
              <a:rPr lang="en-US" smtClean="0"/>
              <a:pPr/>
              <a:t>6</a:t>
            </a:fld>
            <a:endParaRPr lang="en-US" dirty="0"/>
          </a:p>
        </p:txBody>
      </p:sp>
      <p:sp>
        <p:nvSpPr>
          <p:cNvPr id="5" name="TextBox 4">
            <a:extLst>
              <a:ext uri="{FF2B5EF4-FFF2-40B4-BE49-F238E27FC236}">
                <a16:creationId xmlns:a16="http://schemas.microsoft.com/office/drawing/2014/main" id="{7BE4701A-3100-A0FF-C2AB-9F0E8CF73B2A}"/>
              </a:ext>
            </a:extLst>
          </p:cNvPr>
          <p:cNvSpPr txBox="1"/>
          <p:nvPr/>
        </p:nvSpPr>
        <p:spPr>
          <a:xfrm>
            <a:off x="648929" y="1524000"/>
            <a:ext cx="9714271" cy="4801314"/>
          </a:xfrm>
          <a:prstGeom prst="rect">
            <a:avLst/>
          </a:prstGeom>
          <a:noFill/>
        </p:spPr>
        <p:txBody>
          <a:bodyPr wrap="square" rtlCol="0">
            <a:spAutoFit/>
          </a:bodyPr>
          <a:lstStyle/>
          <a:p>
            <a:pPr marL="285750" indent="-285750">
              <a:buFont typeface="Arial" panose="020B0604020202020204" pitchFamily="34" charset="0"/>
              <a:buChar char="•"/>
            </a:pPr>
            <a:r>
              <a:rPr lang="en-US" dirty="0">
                <a:solidFill>
                  <a:schemeClr val="bg1"/>
                </a:solidFill>
              </a:rPr>
              <a:t>Analytics</a:t>
            </a:r>
          </a:p>
          <a:p>
            <a:pPr marL="742950" lvl="1" indent="-285750">
              <a:buFont typeface="Arial" panose="020B0604020202020204" pitchFamily="34" charset="0"/>
              <a:buChar char="•"/>
            </a:pPr>
            <a:r>
              <a:rPr lang="en-US" dirty="0">
                <a:solidFill>
                  <a:schemeClr val="bg1"/>
                </a:solidFill>
              </a:rPr>
              <a:t>PolyBase enhancements</a:t>
            </a:r>
          </a:p>
          <a:p>
            <a:pPr marL="285750" indent="-285750">
              <a:buFont typeface="Arial" panose="020B0604020202020204" pitchFamily="34" charset="0"/>
              <a:buChar char="•"/>
            </a:pPr>
            <a:r>
              <a:rPr lang="en-US" dirty="0">
                <a:solidFill>
                  <a:schemeClr val="bg1"/>
                </a:solidFill>
              </a:rPr>
              <a:t>Availability and disaster recovery</a:t>
            </a:r>
          </a:p>
          <a:p>
            <a:pPr marL="742950" lvl="1" indent="-285750">
              <a:buFont typeface="Arial" panose="020B0604020202020204" pitchFamily="34" charset="0"/>
              <a:buChar char="•"/>
            </a:pPr>
            <a:r>
              <a:rPr lang="en-US" dirty="0">
                <a:solidFill>
                  <a:schemeClr val="bg1"/>
                </a:solidFill>
              </a:rPr>
              <a:t>Always On availability groups</a:t>
            </a:r>
          </a:p>
          <a:p>
            <a:pPr marL="1200150" lvl="2" indent="-285750">
              <a:buFont typeface="Arial" panose="020B0604020202020204" pitchFamily="34" charset="0"/>
              <a:buChar char="•"/>
            </a:pPr>
            <a:r>
              <a:rPr lang="en-US" dirty="0">
                <a:solidFill>
                  <a:schemeClr val="bg1"/>
                </a:solidFill>
              </a:rPr>
              <a:t>Better Performance</a:t>
            </a:r>
          </a:p>
          <a:p>
            <a:pPr marL="1200150" lvl="2" indent="-285750">
              <a:buFont typeface="Arial" panose="020B0604020202020204" pitchFamily="34" charset="0"/>
              <a:buChar char="•"/>
            </a:pPr>
            <a:r>
              <a:rPr lang="en-US" dirty="0">
                <a:solidFill>
                  <a:schemeClr val="bg1"/>
                </a:solidFill>
              </a:rPr>
              <a:t>LISTENER (remove IP)</a:t>
            </a:r>
          </a:p>
          <a:p>
            <a:pPr marL="1200150" lvl="2" indent="-285750">
              <a:buFont typeface="Arial" panose="020B0604020202020204" pitchFamily="34" charset="0"/>
              <a:buChar char="•"/>
            </a:pPr>
            <a:r>
              <a:rPr lang="en-US" dirty="0">
                <a:solidFill>
                  <a:schemeClr val="bg1"/>
                </a:solidFill>
              </a:rPr>
              <a:t>TLS 1.3 with TDS 8.0</a:t>
            </a:r>
          </a:p>
          <a:p>
            <a:pPr marL="742950" lvl="1" indent="-285750">
              <a:buFont typeface="Arial" panose="020B0604020202020204" pitchFamily="34" charset="0"/>
              <a:buChar char="•"/>
            </a:pPr>
            <a:r>
              <a:rPr lang="en-US" dirty="0">
                <a:solidFill>
                  <a:schemeClr val="bg1"/>
                </a:solidFill>
              </a:rPr>
              <a:t>Backups</a:t>
            </a:r>
          </a:p>
          <a:p>
            <a:pPr marL="1200150" lvl="2" indent="-285750">
              <a:buFont typeface="Arial" panose="020B0604020202020204" pitchFamily="34" charset="0"/>
              <a:buChar char="•"/>
            </a:pPr>
            <a:r>
              <a:rPr lang="en-US" dirty="0">
                <a:solidFill>
                  <a:schemeClr val="bg1"/>
                </a:solidFill>
              </a:rPr>
              <a:t>Azure Immutable storage support</a:t>
            </a:r>
          </a:p>
          <a:p>
            <a:pPr marL="1200150" lvl="2" indent="-285750">
              <a:buFont typeface="Arial" panose="020B0604020202020204" pitchFamily="34" charset="0"/>
              <a:buChar char="•"/>
            </a:pPr>
            <a:r>
              <a:rPr lang="en-US" dirty="0">
                <a:solidFill>
                  <a:schemeClr val="bg1"/>
                </a:solidFill>
              </a:rPr>
              <a:t>Full and Differential on secondary</a:t>
            </a:r>
          </a:p>
          <a:p>
            <a:pPr marL="1200150" lvl="2" indent="-285750">
              <a:buFont typeface="Arial" panose="020B0604020202020204" pitchFamily="34" charset="0"/>
              <a:buChar char="•"/>
            </a:pPr>
            <a:r>
              <a:rPr lang="en-US" dirty="0">
                <a:solidFill>
                  <a:schemeClr val="bg1"/>
                </a:solidFill>
              </a:rPr>
              <a:t>Log shipping supports TLS 1.3 with TDS 8.0</a:t>
            </a:r>
          </a:p>
          <a:p>
            <a:pPr marL="742950" lvl="1" indent="-285750">
              <a:buFont typeface="Arial" panose="020B0604020202020204" pitchFamily="34" charset="0"/>
              <a:buChar char="•"/>
            </a:pPr>
            <a:r>
              <a:rPr lang="en-US" dirty="0">
                <a:solidFill>
                  <a:schemeClr val="bg1"/>
                </a:solidFill>
              </a:rPr>
              <a:t>Security</a:t>
            </a:r>
          </a:p>
          <a:p>
            <a:pPr marL="1200150" lvl="2" indent="-285750">
              <a:buFont typeface="Arial" panose="020B0604020202020204" pitchFamily="34" charset="0"/>
              <a:buChar char="•"/>
            </a:pPr>
            <a:r>
              <a:rPr lang="en-US" dirty="0">
                <a:solidFill>
                  <a:schemeClr val="bg1"/>
                </a:solidFill>
              </a:rPr>
              <a:t>A number of enhancements</a:t>
            </a:r>
          </a:p>
          <a:p>
            <a:pPr marL="1200150" lvl="2" indent="-285750">
              <a:buFont typeface="Arial" panose="020B0604020202020204" pitchFamily="34" charset="0"/>
              <a:buChar char="•"/>
            </a:pPr>
            <a:r>
              <a:rPr lang="en-US" dirty="0" err="1">
                <a:solidFill>
                  <a:schemeClr val="bg1"/>
                </a:solidFill>
              </a:rPr>
              <a:t>Bcp</a:t>
            </a:r>
            <a:r>
              <a:rPr lang="en-US" dirty="0">
                <a:solidFill>
                  <a:schemeClr val="bg1"/>
                </a:solidFill>
              </a:rPr>
              <a:t> and </a:t>
            </a:r>
            <a:r>
              <a:rPr lang="en-US" dirty="0" err="1">
                <a:solidFill>
                  <a:schemeClr val="bg1"/>
                </a:solidFill>
              </a:rPr>
              <a:t>sqlcmd</a:t>
            </a:r>
            <a:r>
              <a:rPr lang="en-US" dirty="0">
                <a:solidFill>
                  <a:schemeClr val="bg1"/>
                </a:solidFill>
              </a:rPr>
              <a:t> Authentication enhancements </a:t>
            </a:r>
          </a:p>
          <a:p>
            <a:pPr marL="1200150" lvl="2" indent="-285750">
              <a:buFont typeface="Arial" panose="020B0604020202020204" pitchFamily="34" charset="0"/>
              <a:buChar char="•"/>
            </a:pPr>
            <a:endParaRPr lang="en-US" dirty="0">
              <a:solidFill>
                <a:schemeClr val="bg1"/>
              </a:solidFill>
            </a:endParaRPr>
          </a:p>
          <a:p>
            <a:pPr marL="285750" indent="-285750">
              <a:buFont typeface="Arial" panose="020B0604020202020204" pitchFamily="34" charset="0"/>
              <a:buChar char="•"/>
            </a:pPr>
            <a:endParaRPr lang="en-US" dirty="0">
              <a:solidFill>
                <a:schemeClr val="bg1"/>
              </a:solidFill>
            </a:endParaRPr>
          </a:p>
          <a:p>
            <a:endParaRPr lang="en-US" dirty="0"/>
          </a:p>
        </p:txBody>
      </p:sp>
    </p:spTree>
    <p:extLst>
      <p:ext uri="{BB962C8B-B14F-4D97-AF65-F5344CB8AC3E}">
        <p14:creationId xmlns:p14="http://schemas.microsoft.com/office/powerpoint/2010/main" val="15709976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E63497-A1B5-F0CD-CA49-3A269F4069FD}"/>
              </a:ext>
            </a:extLst>
          </p:cNvPr>
          <p:cNvSpPr>
            <a:spLocks noGrp="1"/>
          </p:cNvSpPr>
          <p:nvPr>
            <p:ph type="title"/>
          </p:nvPr>
        </p:nvSpPr>
        <p:spPr>
          <a:xfrm>
            <a:off x="321869" y="579120"/>
            <a:ext cx="11548261" cy="492596"/>
          </a:xfrm>
        </p:spPr>
        <p:txBody>
          <a:bodyPr/>
          <a:lstStyle/>
          <a:p>
            <a:r>
              <a:rPr lang="en-US" dirty="0"/>
              <a:t>What’s New SQL 2025 03</a:t>
            </a:r>
          </a:p>
        </p:txBody>
      </p:sp>
      <p:sp>
        <p:nvSpPr>
          <p:cNvPr id="4" name="Slide Number Placeholder 3">
            <a:extLst>
              <a:ext uri="{FF2B5EF4-FFF2-40B4-BE49-F238E27FC236}">
                <a16:creationId xmlns:a16="http://schemas.microsoft.com/office/drawing/2014/main" id="{47D6D380-8F91-B683-E4FD-793894D5764D}"/>
              </a:ext>
            </a:extLst>
          </p:cNvPr>
          <p:cNvSpPr>
            <a:spLocks noGrp="1"/>
          </p:cNvSpPr>
          <p:nvPr>
            <p:ph type="sldNum" sz="quarter" idx="12"/>
          </p:nvPr>
        </p:nvSpPr>
        <p:spPr/>
        <p:txBody>
          <a:bodyPr/>
          <a:lstStyle/>
          <a:p>
            <a:fld id="{FE024F78-56A6-7740-B68D-8D4D026EDF3F}" type="slidenum">
              <a:rPr lang="en-US" smtClean="0"/>
              <a:pPr/>
              <a:t>7</a:t>
            </a:fld>
            <a:endParaRPr lang="en-US" dirty="0"/>
          </a:p>
        </p:txBody>
      </p:sp>
      <p:sp>
        <p:nvSpPr>
          <p:cNvPr id="5" name="TextBox 4">
            <a:extLst>
              <a:ext uri="{FF2B5EF4-FFF2-40B4-BE49-F238E27FC236}">
                <a16:creationId xmlns:a16="http://schemas.microsoft.com/office/drawing/2014/main" id="{60B2FC84-A612-D481-0035-36C79F5BB1AF}"/>
              </a:ext>
            </a:extLst>
          </p:cNvPr>
          <p:cNvSpPr txBox="1"/>
          <p:nvPr/>
        </p:nvSpPr>
        <p:spPr>
          <a:xfrm>
            <a:off x="688258" y="1632155"/>
            <a:ext cx="9576619" cy="3693319"/>
          </a:xfrm>
          <a:prstGeom prst="rect">
            <a:avLst/>
          </a:prstGeom>
          <a:noFill/>
        </p:spPr>
        <p:txBody>
          <a:bodyPr wrap="square" rtlCol="0">
            <a:spAutoFit/>
          </a:bodyPr>
          <a:lstStyle/>
          <a:p>
            <a:pPr marL="285750" indent="-285750">
              <a:buFont typeface="Arial" panose="020B0604020202020204" pitchFamily="34" charset="0"/>
              <a:buChar char="•"/>
            </a:pPr>
            <a:r>
              <a:rPr lang="en-US" dirty="0">
                <a:solidFill>
                  <a:schemeClr val="bg1"/>
                </a:solidFill>
              </a:rPr>
              <a:t>Database Engine</a:t>
            </a:r>
          </a:p>
          <a:p>
            <a:pPr marL="742950" lvl="1" indent="-285750">
              <a:buFont typeface="Arial" panose="020B0604020202020204" pitchFamily="34" charset="0"/>
              <a:buChar char="•"/>
            </a:pPr>
            <a:r>
              <a:rPr lang="en-US" dirty="0">
                <a:solidFill>
                  <a:schemeClr val="bg1"/>
                </a:solidFill>
              </a:rPr>
              <a:t>Optimized locking</a:t>
            </a:r>
          </a:p>
          <a:p>
            <a:pPr marL="742950" lvl="1" indent="-285750">
              <a:buFont typeface="Arial" panose="020B0604020202020204" pitchFamily="34" charset="0"/>
              <a:buChar char="•"/>
            </a:pPr>
            <a:r>
              <a:rPr lang="en-US" dirty="0">
                <a:solidFill>
                  <a:schemeClr val="bg1"/>
                </a:solidFill>
              </a:rPr>
              <a:t>TempDB space in resource governance</a:t>
            </a:r>
          </a:p>
          <a:p>
            <a:pPr marL="742950" lvl="1" indent="-285750">
              <a:buFont typeface="Arial" panose="020B0604020202020204" pitchFamily="34" charset="0"/>
              <a:buChar char="•"/>
            </a:pPr>
            <a:r>
              <a:rPr lang="en-US" dirty="0">
                <a:solidFill>
                  <a:schemeClr val="bg1"/>
                </a:solidFill>
              </a:rPr>
              <a:t>ADR in TempDB</a:t>
            </a:r>
          </a:p>
          <a:p>
            <a:pPr marL="742950" lvl="1" indent="-285750">
              <a:buFont typeface="Arial" panose="020B0604020202020204" pitchFamily="34" charset="0"/>
              <a:buChar char="•"/>
            </a:pPr>
            <a:r>
              <a:rPr lang="en-US" dirty="0">
                <a:solidFill>
                  <a:schemeClr val="bg1"/>
                </a:solidFill>
              </a:rPr>
              <a:t>Persisted statistics for readable secondaries thru Query Store</a:t>
            </a:r>
          </a:p>
          <a:p>
            <a:pPr marL="742950" lvl="1" indent="-285750">
              <a:buFont typeface="Arial" panose="020B0604020202020204" pitchFamily="34" charset="0"/>
              <a:buChar char="•"/>
            </a:pPr>
            <a:r>
              <a:rPr lang="en-US" dirty="0">
                <a:solidFill>
                  <a:schemeClr val="bg1"/>
                </a:solidFill>
              </a:rPr>
              <a:t>Auto cleanup for change tracking performance improvements</a:t>
            </a:r>
          </a:p>
          <a:p>
            <a:pPr marL="742950" lvl="1" indent="-285750">
              <a:buFont typeface="Arial" panose="020B0604020202020204" pitchFamily="34" charset="0"/>
              <a:buChar char="•"/>
            </a:pPr>
            <a:r>
              <a:rPr lang="en-US" dirty="0">
                <a:solidFill>
                  <a:schemeClr val="bg1"/>
                </a:solidFill>
              </a:rPr>
              <a:t>Columnstore </a:t>
            </a:r>
            <a:r>
              <a:rPr lang="en-US" dirty="0" err="1">
                <a:solidFill>
                  <a:schemeClr val="bg1"/>
                </a:solidFill>
              </a:rPr>
              <a:t>improvents</a:t>
            </a:r>
            <a:endParaRPr lang="en-US" dirty="0">
              <a:solidFill>
                <a:schemeClr val="bg1"/>
              </a:solidFill>
            </a:endParaRPr>
          </a:p>
          <a:p>
            <a:pPr marL="742950" lvl="1" indent="-285750">
              <a:buFont typeface="Arial" panose="020B0604020202020204" pitchFamily="34" charset="0"/>
              <a:buChar char="•"/>
            </a:pPr>
            <a:r>
              <a:rPr lang="en-US" dirty="0">
                <a:solidFill>
                  <a:schemeClr val="bg1"/>
                </a:solidFill>
              </a:rPr>
              <a:t>Can now remove In-Memory OLTP if all In-Memory OLTP objects are dropped</a:t>
            </a:r>
          </a:p>
          <a:p>
            <a:pPr marL="742950" lvl="1" indent="-285750">
              <a:buFont typeface="Arial" panose="020B0604020202020204" pitchFamily="34" charset="0"/>
              <a:buChar char="•"/>
            </a:pPr>
            <a:r>
              <a:rPr lang="en-US" dirty="0" err="1">
                <a:solidFill>
                  <a:schemeClr val="bg1"/>
                </a:solidFill>
              </a:rPr>
              <a:t>Tmpfs</a:t>
            </a:r>
            <a:r>
              <a:rPr lang="en-US" dirty="0">
                <a:solidFill>
                  <a:schemeClr val="bg1"/>
                </a:solidFill>
              </a:rPr>
              <a:t> for TempDB support added in Linux</a:t>
            </a:r>
          </a:p>
          <a:p>
            <a:pPr marL="742950" lvl="1" indent="-285750">
              <a:buFont typeface="Arial" panose="020B0604020202020204" pitchFamily="34" charset="0"/>
              <a:buChar char="•"/>
            </a:pPr>
            <a:r>
              <a:rPr lang="en-US" dirty="0">
                <a:solidFill>
                  <a:schemeClr val="bg1"/>
                </a:solidFill>
              </a:rPr>
              <a:t>Backup support ZSTD compression (fast and better)</a:t>
            </a:r>
          </a:p>
          <a:p>
            <a:pPr marL="742950" lvl="1" indent="-285750">
              <a:buFont typeface="Arial" panose="020B0604020202020204" pitchFamily="34" charset="0"/>
              <a:buChar char="•"/>
            </a:pPr>
            <a:r>
              <a:rPr lang="en-US" dirty="0">
                <a:solidFill>
                  <a:schemeClr val="bg1"/>
                </a:solidFill>
              </a:rPr>
              <a:t>OPTIMIZED_SP_EXECUTESQL</a:t>
            </a:r>
          </a:p>
          <a:p>
            <a:pPr marL="742950" lvl="1" indent="-285750">
              <a:buFont typeface="Arial" panose="020B0604020202020204" pitchFamily="34" charset="0"/>
              <a:buChar char="•"/>
            </a:pPr>
            <a:r>
              <a:rPr lang="en-US" dirty="0">
                <a:solidFill>
                  <a:schemeClr val="bg1"/>
                </a:solidFill>
              </a:rPr>
              <a:t>Time-bound event sessions</a:t>
            </a:r>
          </a:p>
          <a:p>
            <a:pPr marL="742950" lvl="1" indent="-285750">
              <a:buFont typeface="Arial" panose="020B0604020202020204" pitchFamily="34" charset="0"/>
              <a:buChar char="•"/>
            </a:pPr>
            <a:endParaRPr lang="en-US" dirty="0">
              <a:solidFill>
                <a:schemeClr val="bg1"/>
              </a:solidFill>
            </a:endParaRPr>
          </a:p>
        </p:txBody>
      </p:sp>
    </p:spTree>
    <p:extLst>
      <p:ext uri="{BB962C8B-B14F-4D97-AF65-F5344CB8AC3E}">
        <p14:creationId xmlns:p14="http://schemas.microsoft.com/office/powerpoint/2010/main" val="3922375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0B0224-16CB-8720-A663-468A2A0479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B82E68-7125-029C-989C-AA6DC59D22C5}"/>
              </a:ext>
            </a:extLst>
          </p:cNvPr>
          <p:cNvSpPr>
            <a:spLocks noGrp="1"/>
          </p:cNvSpPr>
          <p:nvPr>
            <p:ph type="title"/>
          </p:nvPr>
        </p:nvSpPr>
        <p:spPr>
          <a:xfrm>
            <a:off x="321869" y="579120"/>
            <a:ext cx="11548261" cy="492596"/>
          </a:xfrm>
        </p:spPr>
        <p:txBody>
          <a:bodyPr/>
          <a:lstStyle/>
          <a:p>
            <a:r>
              <a:rPr lang="en-US" dirty="0"/>
              <a:t>What’s New SQL 2025 04</a:t>
            </a:r>
          </a:p>
        </p:txBody>
      </p:sp>
      <p:sp>
        <p:nvSpPr>
          <p:cNvPr id="4" name="Slide Number Placeholder 3">
            <a:extLst>
              <a:ext uri="{FF2B5EF4-FFF2-40B4-BE49-F238E27FC236}">
                <a16:creationId xmlns:a16="http://schemas.microsoft.com/office/drawing/2014/main" id="{336E21A7-35C2-B9C2-AC49-C6394B617298}"/>
              </a:ext>
            </a:extLst>
          </p:cNvPr>
          <p:cNvSpPr>
            <a:spLocks noGrp="1"/>
          </p:cNvSpPr>
          <p:nvPr>
            <p:ph type="sldNum" sz="quarter" idx="12"/>
          </p:nvPr>
        </p:nvSpPr>
        <p:spPr/>
        <p:txBody>
          <a:bodyPr/>
          <a:lstStyle/>
          <a:p>
            <a:fld id="{FE024F78-56A6-7740-B68D-8D4D026EDF3F}" type="slidenum">
              <a:rPr lang="en-US" smtClean="0"/>
              <a:pPr/>
              <a:t>8</a:t>
            </a:fld>
            <a:endParaRPr lang="en-US" dirty="0"/>
          </a:p>
        </p:txBody>
      </p:sp>
      <p:sp>
        <p:nvSpPr>
          <p:cNvPr id="5" name="TextBox 4">
            <a:extLst>
              <a:ext uri="{FF2B5EF4-FFF2-40B4-BE49-F238E27FC236}">
                <a16:creationId xmlns:a16="http://schemas.microsoft.com/office/drawing/2014/main" id="{105E2372-65B0-C4F4-C33F-9E6AB9C5C63A}"/>
              </a:ext>
            </a:extLst>
          </p:cNvPr>
          <p:cNvSpPr txBox="1"/>
          <p:nvPr/>
        </p:nvSpPr>
        <p:spPr>
          <a:xfrm>
            <a:off x="688259" y="1632155"/>
            <a:ext cx="9458632" cy="2862322"/>
          </a:xfrm>
          <a:prstGeom prst="rect">
            <a:avLst/>
          </a:prstGeom>
          <a:noFill/>
        </p:spPr>
        <p:txBody>
          <a:bodyPr wrap="square" rtlCol="0">
            <a:spAutoFit/>
          </a:bodyPr>
          <a:lstStyle/>
          <a:p>
            <a:pPr marL="285750" indent="-285750">
              <a:buFont typeface="Arial" panose="020B0604020202020204" pitchFamily="34" charset="0"/>
              <a:buChar char="•"/>
            </a:pPr>
            <a:r>
              <a:rPr lang="en-US" dirty="0">
                <a:solidFill>
                  <a:schemeClr val="bg1"/>
                </a:solidFill>
              </a:rPr>
              <a:t>Query Store and intelligent query processing</a:t>
            </a:r>
          </a:p>
          <a:p>
            <a:pPr marL="742950" lvl="1" indent="-285750">
              <a:buFont typeface="Arial" panose="020B0604020202020204" pitchFamily="34" charset="0"/>
              <a:buChar char="•"/>
            </a:pPr>
            <a:r>
              <a:rPr lang="en-US" dirty="0">
                <a:solidFill>
                  <a:schemeClr val="bg1"/>
                </a:solidFill>
              </a:rPr>
              <a:t>Cardinality estimation (CE) feedback for expressions</a:t>
            </a:r>
          </a:p>
          <a:p>
            <a:pPr marL="742950" lvl="1" indent="-285750">
              <a:buFont typeface="Arial" panose="020B0604020202020204" pitchFamily="34" charset="0"/>
              <a:buChar char="•"/>
            </a:pPr>
            <a:r>
              <a:rPr lang="en-US" dirty="0">
                <a:solidFill>
                  <a:schemeClr val="bg1"/>
                </a:solidFill>
              </a:rPr>
              <a:t>Optional parameter plan optimization (OPPO)</a:t>
            </a:r>
          </a:p>
          <a:p>
            <a:pPr marL="742950" lvl="1" indent="-285750">
              <a:buFont typeface="Arial" panose="020B0604020202020204" pitchFamily="34" charset="0"/>
              <a:buChar char="•"/>
            </a:pPr>
            <a:r>
              <a:rPr lang="en-US" dirty="0">
                <a:solidFill>
                  <a:schemeClr val="bg1"/>
                </a:solidFill>
              </a:rPr>
              <a:t>DOP on by default</a:t>
            </a:r>
          </a:p>
          <a:p>
            <a:pPr marL="742950" lvl="1" indent="-285750">
              <a:buFont typeface="Arial" panose="020B0604020202020204" pitchFamily="34" charset="0"/>
              <a:buChar char="•"/>
            </a:pPr>
            <a:r>
              <a:rPr lang="en-US" dirty="0" err="1">
                <a:solidFill>
                  <a:schemeClr val="bg1"/>
                </a:solidFill>
              </a:rPr>
              <a:t>QueryStore</a:t>
            </a:r>
            <a:r>
              <a:rPr lang="en-US" dirty="0">
                <a:solidFill>
                  <a:schemeClr val="bg1"/>
                </a:solidFill>
              </a:rPr>
              <a:t> for readable secondaries on by default</a:t>
            </a:r>
          </a:p>
          <a:p>
            <a:pPr marL="742950" lvl="1" indent="-285750">
              <a:buFont typeface="Arial" panose="020B0604020202020204" pitchFamily="34" charset="0"/>
              <a:buChar char="•"/>
            </a:pPr>
            <a:r>
              <a:rPr lang="en-US" dirty="0">
                <a:solidFill>
                  <a:schemeClr val="bg1"/>
                </a:solidFill>
              </a:rPr>
              <a:t>ABORT_QUERY_EXECUTION query hint</a:t>
            </a:r>
          </a:p>
          <a:p>
            <a:pPr marL="742950" lvl="1" indent="-285750">
              <a:buFont typeface="Arial" panose="020B0604020202020204" pitchFamily="34" charset="0"/>
              <a:buChar char="•"/>
            </a:pPr>
            <a:endParaRPr lang="en-US" dirty="0">
              <a:solidFill>
                <a:schemeClr val="bg1"/>
              </a:solidFill>
            </a:endParaRPr>
          </a:p>
          <a:p>
            <a:pPr marL="742950" lvl="1" indent="-285750">
              <a:buFont typeface="Arial" panose="020B0604020202020204" pitchFamily="34" charset="0"/>
              <a:buChar char="•"/>
            </a:pPr>
            <a:endParaRPr lang="en-US" dirty="0">
              <a:solidFill>
                <a:schemeClr val="bg1"/>
              </a:solidFill>
            </a:endParaRPr>
          </a:p>
          <a:p>
            <a:pPr marL="742950" lvl="1" indent="-285750">
              <a:buFont typeface="Arial" panose="020B0604020202020204" pitchFamily="34" charset="0"/>
              <a:buChar char="•"/>
            </a:pPr>
            <a:endParaRPr lang="en-US" dirty="0">
              <a:solidFill>
                <a:schemeClr val="bg1"/>
              </a:solidFill>
            </a:endParaRPr>
          </a:p>
          <a:p>
            <a:pPr marL="742950" lvl="1" indent="-285750">
              <a:buFont typeface="Arial" panose="020B0604020202020204" pitchFamily="34" charset="0"/>
              <a:buChar char="•"/>
            </a:pPr>
            <a:endParaRPr lang="en-US" dirty="0">
              <a:solidFill>
                <a:schemeClr val="bg1"/>
              </a:solidFill>
            </a:endParaRPr>
          </a:p>
        </p:txBody>
      </p:sp>
      <p:pic>
        <p:nvPicPr>
          <p:cNvPr id="6" name="Picture 5" descr="A group of rectangular signs&#10;&#10;AI-generated content may be incorrect.">
            <a:extLst>
              <a:ext uri="{FF2B5EF4-FFF2-40B4-BE49-F238E27FC236}">
                <a16:creationId xmlns:a16="http://schemas.microsoft.com/office/drawing/2014/main" id="{A08D6B74-17C4-A824-601E-62521008AAA9}"/>
              </a:ext>
            </a:extLst>
          </p:cNvPr>
          <p:cNvPicPr>
            <a:picLocks noChangeAspect="1"/>
          </p:cNvPicPr>
          <p:nvPr/>
        </p:nvPicPr>
        <p:blipFill>
          <a:blip r:embed="rId2"/>
          <a:stretch>
            <a:fillRect/>
          </a:stretch>
        </p:blipFill>
        <p:spPr>
          <a:xfrm>
            <a:off x="1163125" y="3518144"/>
            <a:ext cx="7764566" cy="2760735"/>
          </a:xfrm>
          <a:prstGeom prst="rect">
            <a:avLst/>
          </a:prstGeom>
        </p:spPr>
      </p:pic>
    </p:spTree>
    <p:extLst>
      <p:ext uri="{BB962C8B-B14F-4D97-AF65-F5344CB8AC3E}">
        <p14:creationId xmlns:p14="http://schemas.microsoft.com/office/powerpoint/2010/main" val="12173858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CE759C-6F71-2C2A-8F81-8E4AF2E383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95760D-3614-86EC-BD65-8AE9B33D9DF7}"/>
              </a:ext>
            </a:extLst>
          </p:cNvPr>
          <p:cNvSpPr>
            <a:spLocks noGrp="1"/>
          </p:cNvSpPr>
          <p:nvPr>
            <p:ph type="title"/>
          </p:nvPr>
        </p:nvSpPr>
        <p:spPr>
          <a:xfrm>
            <a:off x="321869" y="579120"/>
            <a:ext cx="11548261" cy="492596"/>
          </a:xfrm>
        </p:spPr>
        <p:txBody>
          <a:bodyPr/>
          <a:lstStyle/>
          <a:p>
            <a:r>
              <a:rPr lang="en-US" dirty="0"/>
              <a:t>What’s New SQL 2025 05</a:t>
            </a:r>
          </a:p>
        </p:txBody>
      </p:sp>
      <p:sp>
        <p:nvSpPr>
          <p:cNvPr id="4" name="Slide Number Placeholder 3">
            <a:extLst>
              <a:ext uri="{FF2B5EF4-FFF2-40B4-BE49-F238E27FC236}">
                <a16:creationId xmlns:a16="http://schemas.microsoft.com/office/drawing/2014/main" id="{268D9CF2-5DEF-1A96-C887-F45C9C147FFD}"/>
              </a:ext>
            </a:extLst>
          </p:cNvPr>
          <p:cNvSpPr>
            <a:spLocks noGrp="1"/>
          </p:cNvSpPr>
          <p:nvPr>
            <p:ph type="sldNum" sz="quarter" idx="12"/>
          </p:nvPr>
        </p:nvSpPr>
        <p:spPr/>
        <p:txBody>
          <a:bodyPr/>
          <a:lstStyle/>
          <a:p>
            <a:fld id="{FE024F78-56A6-7740-B68D-8D4D026EDF3F}" type="slidenum">
              <a:rPr lang="en-US" smtClean="0"/>
              <a:pPr/>
              <a:t>9</a:t>
            </a:fld>
            <a:endParaRPr lang="en-US" dirty="0"/>
          </a:p>
        </p:txBody>
      </p:sp>
      <p:sp>
        <p:nvSpPr>
          <p:cNvPr id="5" name="TextBox 4">
            <a:extLst>
              <a:ext uri="{FF2B5EF4-FFF2-40B4-BE49-F238E27FC236}">
                <a16:creationId xmlns:a16="http://schemas.microsoft.com/office/drawing/2014/main" id="{6198BE56-0DF9-8DF3-46BF-21B798917A3A}"/>
              </a:ext>
            </a:extLst>
          </p:cNvPr>
          <p:cNvSpPr txBox="1"/>
          <p:nvPr/>
        </p:nvSpPr>
        <p:spPr>
          <a:xfrm>
            <a:off x="688258" y="1632155"/>
            <a:ext cx="9576619" cy="4247317"/>
          </a:xfrm>
          <a:prstGeom prst="rect">
            <a:avLst/>
          </a:prstGeom>
          <a:noFill/>
        </p:spPr>
        <p:txBody>
          <a:bodyPr wrap="square" rtlCol="0">
            <a:spAutoFit/>
          </a:bodyPr>
          <a:lstStyle/>
          <a:p>
            <a:pPr marL="285750" indent="-285750">
              <a:buFont typeface="Arial" panose="020B0604020202020204" pitchFamily="34" charset="0"/>
              <a:buChar char="•"/>
            </a:pPr>
            <a:r>
              <a:rPr lang="en-US" dirty="0">
                <a:solidFill>
                  <a:schemeClr val="bg1"/>
                </a:solidFill>
              </a:rPr>
              <a:t>Language</a:t>
            </a:r>
          </a:p>
          <a:p>
            <a:pPr marL="742950" lvl="1" indent="-285750">
              <a:buFont typeface="Arial" panose="020B0604020202020204" pitchFamily="34" charset="0"/>
              <a:buChar char="•"/>
            </a:pPr>
            <a:r>
              <a:rPr lang="en-US" dirty="0">
                <a:solidFill>
                  <a:schemeClr val="bg1"/>
                </a:solidFill>
              </a:rPr>
              <a:t>Vector and AI models (coming up)</a:t>
            </a:r>
          </a:p>
          <a:p>
            <a:pPr marL="742950" lvl="1" indent="-285750">
              <a:buFont typeface="Arial" panose="020B0604020202020204" pitchFamily="34" charset="0"/>
              <a:buChar char="•"/>
            </a:pPr>
            <a:r>
              <a:rPr lang="en-US" dirty="0">
                <a:solidFill>
                  <a:schemeClr val="bg1"/>
                </a:solidFill>
              </a:rPr>
              <a:t>JSON (coming up)</a:t>
            </a:r>
          </a:p>
          <a:p>
            <a:pPr marL="742950" lvl="1" indent="-285750">
              <a:buFont typeface="Arial" panose="020B0604020202020204" pitchFamily="34" charset="0"/>
              <a:buChar char="•"/>
            </a:pPr>
            <a:r>
              <a:rPr lang="en-US" dirty="0">
                <a:solidFill>
                  <a:schemeClr val="bg1"/>
                </a:solidFill>
              </a:rPr>
              <a:t>SUBSTRING length is now optional</a:t>
            </a:r>
          </a:p>
          <a:p>
            <a:pPr marL="742950" lvl="1" indent="-285750">
              <a:buFont typeface="Arial" panose="020B0604020202020204" pitchFamily="34" charset="0"/>
              <a:buChar char="•"/>
            </a:pPr>
            <a:r>
              <a:rPr lang="en-US" dirty="0">
                <a:solidFill>
                  <a:schemeClr val="bg1"/>
                </a:solidFill>
              </a:rPr>
              <a:t>DATEADD supports </a:t>
            </a:r>
            <a:r>
              <a:rPr lang="en-US" dirty="0" err="1">
                <a:solidFill>
                  <a:schemeClr val="bg1"/>
                </a:solidFill>
              </a:rPr>
              <a:t>bigint</a:t>
            </a:r>
            <a:endParaRPr lang="en-US" dirty="0">
              <a:solidFill>
                <a:schemeClr val="bg1"/>
              </a:solidFill>
            </a:endParaRPr>
          </a:p>
          <a:p>
            <a:pPr marL="742950" lvl="1" indent="-285750">
              <a:buFont typeface="Arial" panose="020B0604020202020204" pitchFamily="34" charset="0"/>
              <a:buChar char="•"/>
            </a:pPr>
            <a:r>
              <a:rPr lang="en-US" dirty="0">
                <a:solidFill>
                  <a:schemeClr val="bg1"/>
                </a:solidFill>
              </a:rPr>
              <a:t>UNISTR support UNICODE</a:t>
            </a:r>
          </a:p>
          <a:p>
            <a:pPr marL="742950" lvl="1" indent="-285750">
              <a:buFont typeface="Arial" panose="020B0604020202020204" pitchFamily="34" charset="0"/>
              <a:buChar char="•"/>
            </a:pPr>
            <a:r>
              <a:rPr lang="en-US" dirty="0">
                <a:solidFill>
                  <a:schemeClr val="bg1"/>
                </a:solidFill>
              </a:rPr>
              <a:t>PRODUCT new function</a:t>
            </a:r>
          </a:p>
          <a:p>
            <a:pPr marL="742950" lvl="1" indent="-285750">
              <a:buFont typeface="Arial" panose="020B0604020202020204" pitchFamily="34" charset="0"/>
              <a:buChar char="•"/>
            </a:pPr>
            <a:r>
              <a:rPr lang="en-US" dirty="0">
                <a:solidFill>
                  <a:schemeClr val="bg1"/>
                </a:solidFill>
              </a:rPr>
              <a:t>CURRENT_DATE new function</a:t>
            </a:r>
          </a:p>
          <a:p>
            <a:pPr marL="742950" lvl="1" indent="-285750">
              <a:buFont typeface="Arial" panose="020B0604020202020204" pitchFamily="34" charset="0"/>
              <a:buChar char="•"/>
            </a:pPr>
            <a:r>
              <a:rPr lang="en-US" dirty="0">
                <a:solidFill>
                  <a:schemeClr val="bg1"/>
                </a:solidFill>
              </a:rPr>
              <a:t>BASE64_ENCODE and BASE64_DECODE new function for database in Fabric</a:t>
            </a:r>
          </a:p>
          <a:p>
            <a:pPr marL="742950" lvl="1" indent="-285750">
              <a:buFont typeface="Arial" panose="020B0604020202020204" pitchFamily="34" charset="0"/>
              <a:buChar char="•"/>
            </a:pPr>
            <a:r>
              <a:rPr lang="en-US" dirty="0">
                <a:solidFill>
                  <a:schemeClr val="bg1"/>
                </a:solidFill>
              </a:rPr>
              <a:t>|| (String concatenation)</a:t>
            </a:r>
          </a:p>
          <a:p>
            <a:pPr marL="742950" lvl="1" indent="-285750">
              <a:buFont typeface="Arial" panose="020B0604020202020204" pitchFamily="34" charset="0"/>
              <a:buChar char="•"/>
            </a:pPr>
            <a:r>
              <a:rPr lang="en-US" dirty="0">
                <a:solidFill>
                  <a:schemeClr val="bg1"/>
                </a:solidFill>
              </a:rPr>
              <a:t>PREVIEW_FEATURES = { ON | OFF } </a:t>
            </a:r>
          </a:p>
          <a:p>
            <a:pPr marL="285750" indent="-285750">
              <a:buFont typeface="Arial" panose="020B0604020202020204" pitchFamily="34" charset="0"/>
              <a:buChar char="•"/>
            </a:pPr>
            <a:r>
              <a:rPr lang="en-US" dirty="0">
                <a:solidFill>
                  <a:schemeClr val="bg1"/>
                </a:solidFill>
              </a:rPr>
              <a:t>Fabric Mirroring performance enhancements</a:t>
            </a:r>
          </a:p>
          <a:p>
            <a:pPr marL="285750" indent="-285750">
              <a:buFont typeface="Arial" panose="020B0604020202020204" pitchFamily="34" charset="0"/>
              <a:buChar char="•"/>
            </a:pPr>
            <a:r>
              <a:rPr lang="en-US" dirty="0">
                <a:solidFill>
                  <a:schemeClr val="bg1"/>
                </a:solidFill>
              </a:rPr>
              <a:t>SSAS improvement</a:t>
            </a:r>
          </a:p>
          <a:p>
            <a:pPr marL="285750" indent="-285750">
              <a:buFont typeface="Arial" panose="020B0604020202020204" pitchFamily="34" charset="0"/>
              <a:buChar char="•"/>
            </a:pPr>
            <a:r>
              <a:rPr lang="en-US" dirty="0">
                <a:solidFill>
                  <a:schemeClr val="bg1"/>
                </a:solidFill>
              </a:rPr>
              <a:t>SSRS moving to PBIRS  (SSRS on SQL 2022 end of life 1/11/33)</a:t>
            </a:r>
          </a:p>
          <a:p>
            <a:pPr marL="285750" indent="-285750">
              <a:buFont typeface="Arial" panose="020B0604020202020204" pitchFamily="34" charset="0"/>
              <a:buChar char="•"/>
            </a:pPr>
            <a:r>
              <a:rPr lang="en-US" dirty="0">
                <a:solidFill>
                  <a:schemeClr val="bg1"/>
                </a:solidFill>
              </a:rPr>
              <a:t>SSIS number of changes older things are being deprecated</a:t>
            </a:r>
          </a:p>
        </p:txBody>
      </p:sp>
    </p:spTree>
    <p:extLst>
      <p:ext uri="{BB962C8B-B14F-4D97-AF65-F5344CB8AC3E}">
        <p14:creationId xmlns:p14="http://schemas.microsoft.com/office/powerpoint/2010/main" val="19707513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8FE7AF-EC6E-8D8B-177C-CDA5E2ACC7BA}"/>
              </a:ext>
            </a:extLst>
          </p:cNvPr>
          <p:cNvSpPr>
            <a:spLocks noGrp="1"/>
          </p:cNvSpPr>
          <p:nvPr>
            <p:ph type="title"/>
          </p:nvPr>
        </p:nvSpPr>
        <p:spPr>
          <a:xfrm>
            <a:off x="321869" y="579120"/>
            <a:ext cx="11548261" cy="689241"/>
          </a:xfrm>
        </p:spPr>
        <p:txBody>
          <a:bodyPr/>
          <a:lstStyle/>
          <a:p>
            <a:r>
              <a:rPr lang="en-US" dirty="0"/>
              <a:t>AI and Vectors</a:t>
            </a:r>
          </a:p>
        </p:txBody>
      </p:sp>
      <p:sp>
        <p:nvSpPr>
          <p:cNvPr id="4" name="Slide Number Placeholder 3">
            <a:extLst>
              <a:ext uri="{FF2B5EF4-FFF2-40B4-BE49-F238E27FC236}">
                <a16:creationId xmlns:a16="http://schemas.microsoft.com/office/drawing/2014/main" id="{EAD6FD4A-CC37-65FF-74AD-0A57D88DEC11}"/>
              </a:ext>
            </a:extLst>
          </p:cNvPr>
          <p:cNvSpPr>
            <a:spLocks noGrp="1"/>
          </p:cNvSpPr>
          <p:nvPr>
            <p:ph type="sldNum" sz="quarter" idx="12"/>
          </p:nvPr>
        </p:nvSpPr>
        <p:spPr/>
        <p:txBody>
          <a:bodyPr/>
          <a:lstStyle/>
          <a:p>
            <a:fld id="{FE024F78-56A6-7740-B68D-8D4D026EDF3F}" type="slidenum">
              <a:rPr lang="en-US" smtClean="0"/>
              <a:pPr/>
              <a:t>10</a:t>
            </a:fld>
            <a:endParaRPr lang="en-US" dirty="0"/>
          </a:p>
        </p:txBody>
      </p:sp>
      <p:pic>
        <p:nvPicPr>
          <p:cNvPr id="6" name="Picture 5" descr="A screenshot of a computer&#10;&#10;AI-generated content may be incorrect.">
            <a:extLst>
              <a:ext uri="{FF2B5EF4-FFF2-40B4-BE49-F238E27FC236}">
                <a16:creationId xmlns:a16="http://schemas.microsoft.com/office/drawing/2014/main" id="{52A77FBD-8FB8-2A23-4739-9D0134E791F2}"/>
              </a:ext>
            </a:extLst>
          </p:cNvPr>
          <p:cNvPicPr>
            <a:picLocks noChangeAspect="1"/>
          </p:cNvPicPr>
          <p:nvPr/>
        </p:nvPicPr>
        <p:blipFill>
          <a:blip r:embed="rId2"/>
          <a:stretch>
            <a:fillRect/>
          </a:stretch>
        </p:blipFill>
        <p:spPr>
          <a:xfrm>
            <a:off x="2309789" y="1839170"/>
            <a:ext cx="6971863" cy="4270140"/>
          </a:xfrm>
          <a:prstGeom prst="rect">
            <a:avLst/>
          </a:prstGeom>
          <a:solidFill>
            <a:schemeClr val="bg1"/>
          </a:solidFill>
        </p:spPr>
      </p:pic>
    </p:spTree>
    <p:extLst>
      <p:ext uri="{BB962C8B-B14F-4D97-AF65-F5344CB8AC3E}">
        <p14:creationId xmlns:p14="http://schemas.microsoft.com/office/powerpoint/2010/main" val="8358159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FE15A4-FDF7-E1B4-5A0D-4CD83B494A82}"/>
              </a:ext>
            </a:extLst>
          </p:cNvPr>
          <p:cNvSpPr>
            <a:spLocks noGrp="1"/>
          </p:cNvSpPr>
          <p:nvPr>
            <p:ph type="title"/>
          </p:nvPr>
        </p:nvSpPr>
        <p:spPr>
          <a:xfrm>
            <a:off x="321869" y="579120"/>
            <a:ext cx="11548261" cy="590919"/>
          </a:xfrm>
        </p:spPr>
        <p:txBody>
          <a:bodyPr/>
          <a:lstStyle/>
          <a:p>
            <a:r>
              <a:rPr lang="en-US" dirty="0"/>
              <a:t>What is a Vector</a:t>
            </a:r>
          </a:p>
        </p:txBody>
      </p:sp>
      <p:sp>
        <p:nvSpPr>
          <p:cNvPr id="4" name="Slide Number Placeholder 3">
            <a:extLst>
              <a:ext uri="{FF2B5EF4-FFF2-40B4-BE49-F238E27FC236}">
                <a16:creationId xmlns:a16="http://schemas.microsoft.com/office/drawing/2014/main" id="{54453AE4-A5D7-889B-A7F5-30CC298DB7CB}"/>
              </a:ext>
            </a:extLst>
          </p:cNvPr>
          <p:cNvSpPr>
            <a:spLocks noGrp="1"/>
          </p:cNvSpPr>
          <p:nvPr>
            <p:ph type="sldNum" sz="quarter" idx="12"/>
          </p:nvPr>
        </p:nvSpPr>
        <p:spPr/>
        <p:txBody>
          <a:bodyPr/>
          <a:lstStyle/>
          <a:p>
            <a:fld id="{FE024F78-56A6-7740-B68D-8D4D026EDF3F}" type="slidenum">
              <a:rPr lang="en-US" smtClean="0"/>
              <a:pPr/>
              <a:t>11</a:t>
            </a:fld>
            <a:endParaRPr lang="en-US" dirty="0"/>
          </a:p>
        </p:txBody>
      </p:sp>
      <p:sp>
        <p:nvSpPr>
          <p:cNvPr id="5" name="TextBox 4">
            <a:extLst>
              <a:ext uri="{FF2B5EF4-FFF2-40B4-BE49-F238E27FC236}">
                <a16:creationId xmlns:a16="http://schemas.microsoft.com/office/drawing/2014/main" id="{90E73C3C-1218-55F2-4019-5749C7676374}"/>
              </a:ext>
            </a:extLst>
          </p:cNvPr>
          <p:cNvSpPr txBox="1"/>
          <p:nvPr/>
        </p:nvSpPr>
        <p:spPr>
          <a:xfrm>
            <a:off x="904569" y="1406014"/>
            <a:ext cx="9389806" cy="3970318"/>
          </a:xfrm>
          <a:prstGeom prst="rect">
            <a:avLst/>
          </a:prstGeom>
          <a:noFill/>
        </p:spPr>
        <p:txBody>
          <a:bodyPr wrap="square" rtlCol="0">
            <a:spAutoFit/>
          </a:bodyPr>
          <a:lstStyle/>
          <a:p>
            <a:r>
              <a:rPr lang="en-US" dirty="0">
                <a:solidFill>
                  <a:schemeClr val="accent2">
                    <a:lumMod val="20000"/>
                    <a:lumOff val="80000"/>
                  </a:schemeClr>
                </a:solidFill>
              </a:rPr>
              <a:t>A vector is a mathematical and physical object that has both </a:t>
            </a:r>
            <a:r>
              <a:rPr lang="en-US" b="1" dirty="0">
                <a:solidFill>
                  <a:schemeClr val="accent2">
                    <a:lumMod val="20000"/>
                    <a:lumOff val="80000"/>
                  </a:schemeClr>
                </a:solidFill>
              </a:rPr>
              <a:t>magnitude</a:t>
            </a:r>
            <a:r>
              <a:rPr lang="en-US" dirty="0">
                <a:solidFill>
                  <a:schemeClr val="accent2">
                    <a:lumMod val="20000"/>
                    <a:lumOff val="80000"/>
                  </a:schemeClr>
                </a:solidFill>
              </a:rPr>
              <a:t> and </a:t>
            </a:r>
            <a:r>
              <a:rPr lang="en-US" b="1" dirty="0">
                <a:solidFill>
                  <a:schemeClr val="accent2">
                    <a:lumMod val="20000"/>
                    <a:lumOff val="80000"/>
                  </a:schemeClr>
                </a:solidFill>
              </a:rPr>
              <a:t>direction</a:t>
            </a:r>
            <a:r>
              <a:rPr lang="en-US" dirty="0">
                <a:solidFill>
                  <a:schemeClr val="accent2">
                    <a:lumMod val="20000"/>
                    <a:lumOff val="80000"/>
                  </a:schemeClr>
                </a:solidFill>
              </a:rPr>
              <a:t>.</a:t>
            </a:r>
          </a:p>
          <a:p>
            <a:endParaRPr lang="en-US" dirty="0">
              <a:solidFill>
                <a:schemeClr val="accent2">
                  <a:lumMod val="20000"/>
                  <a:lumOff val="80000"/>
                </a:schemeClr>
              </a:solidFill>
            </a:endParaRPr>
          </a:p>
          <a:p>
            <a:r>
              <a:rPr lang="en-US" dirty="0">
                <a:solidFill>
                  <a:schemeClr val="accent2">
                    <a:lumMod val="20000"/>
                    <a:lumOff val="80000"/>
                  </a:schemeClr>
                </a:solidFill>
              </a:rPr>
              <a:t>In SQL 2025:</a:t>
            </a:r>
          </a:p>
          <a:p>
            <a:endParaRPr lang="en-US" dirty="0">
              <a:solidFill>
                <a:schemeClr val="accent2">
                  <a:lumMod val="20000"/>
                  <a:lumOff val="80000"/>
                </a:schemeClr>
              </a:solidFill>
            </a:endParaRPr>
          </a:p>
          <a:p>
            <a:pPr lvl="1"/>
            <a:r>
              <a:rPr lang="en-US" dirty="0">
                <a:solidFill>
                  <a:schemeClr val="accent2">
                    <a:lumMod val="20000"/>
                    <a:lumOff val="80000"/>
                  </a:schemeClr>
                </a:solidFill>
              </a:rPr>
              <a:t>In SQL Server 2025, a vector refers to a new data type designed to store and manage numerical representations of data, particularly for AI and machine learning applications. These numerical representations are often called embeddings.  Used to do similarity search and or logical distance.</a:t>
            </a:r>
          </a:p>
          <a:p>
            <a:pPr lvl="1"/>
            <a:endParaRPr lang="en-US" dirty="0">
              <a:solidFill>
                <a:schemeClr val="accent2">
                  <a:lumMod val="20000"/>
                  <a:lumOff val="80000"/>
                </a:schemeClr>
              </a:solidFill>
            </a:endParaRPr>
          </a:p>
          <a:p>
            <a:pPr lvl="1"/>
            <a:r>
              <a:rPr lang="en-US" dirty="0">
                <a:solidFill>
                  <a:schemeClr val="accent2">
                    <a:lumMod val="20000"/>
                    <a:lumOff val="80000"/>
                  </a:schemeClr>
                </a:solidFill>
              </a:rPr>
              <a:t>Ref on Vector Similarity</a:t>
            </a:r>
          </a:p>
          <a:p>
            <a:pPr lvl="1"/>
            <a:r>
              <a:rPr lang="en-US" dirty="0">
                <a:solidFill>
                  <a:schemeClr val="accent2">
                    <a:lumMod val="20000"/>
                    <a:lumOff val="80000"/>
                  </a:schemeClr>
                </a:solidFill>
                <a:hlinkClick r:id="rId2"/>
              </a:rPr>
              <a:t>https://dev.to/pavanbelagatti/what-is-vector-similarity-search-2b6g</a:t>
            </a:r>
            <a:endParaRPr lang="en-US" dirty="0">
              <a:solidFill>
                <a:schemeClr val="accent2">
                  <a:lumMod val="20000"/>
                  <a:lumOff val="80000"/>
                </a:schemeClr>
              </a:solidFill>
            </a:endParaRPr>
          </a:p>
          <a:p>
            <a:pPr lvl="1"/>
            <a:endParaRPr lang="en-US" dirty="0">
              <a:solidFill>
                <a:schemeClr val="accent2">
                  <a:lumMod val="20000"/>
                  <a:lumOff val="80000"/>
                </a:schemeClr>
              </a:solidFill>
            </a:endParaRPr>
          </a:p>
          <a:p>
            <a:pPr lvl="1"/>
            <a:endParaRPr lang="en-US" dirty="0">
              <a:solidFill>
                <a:schemeClr val="accent2">
                  <a:lumMod val="20000"/>
                  <a:lumOff val="80000"/>
                </a:schemeClr>
              </a:solidFill>
            </a:endParaRPr>
          </a:p>
          <a:p>
            <a:endParaRPr lang="en-US" dirty="0"/>
          </a:p>
        </p:txBody>
      </p:sp>
    </p:spTree>
    <p:extLst>
      <p:ext uri="{BB962C8B-B14F-4D97-AF65-F5344CB8AC3E}">
        <p14:creationId xmlns:p14="http://schemas.microsoft.com/office/powerpoint/2010/main" val="11556946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4C1D80-19AE-9AD7-9544-1EF4566EFC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3A2242-E41D-DCE7-E2FA-0F228DB5A5C9}"/>
              </a:ext>
            </a:extLst>
          </p:cNvPr>
          <p:cNvSpPr>
            <a:spLocks noGrp="1"/>
          </p:cNvSpPr>
          <p:nvPr>
            <p:ph type="title"/>
          </p:nvPr>
        </p:nvSpPr>
        <p:spPr>
          <a:xfrm>
            <a:off x="321869" y="579120"/>
            <a:ext cx="11548261" cy="590919"/>
          </a:xfrm>
        </p:spPr>
        <p:txBody>
          <a:bodyPr/>
          <a:lstStyle/>
          <a:p>
            <a:r>
              <a:rPr lang="en-US" dirty="0"/>
              <a:t>Vector Data type</a:t>
            </a:r>
          </a:p>
        </p:txBody>
      </p:sp>
      <p:sp>
        <p:nvSpPr>
          <p:cNvPr id="4" name="Slide Number Placeholder 3">
            <a:extLst>
              <a:ext uri="{FF2B5EF4-FFF2-40B4-BE49-F238E27FC236}">
                <a16:creationId xmlns:a16="http://schemas.microsoft.com/office/drawing/2014/main" id="{C1DA1988-30A1-BAE5-E8B0-CF491831A3FB}"/>
              </a:ext>
            </a:extLst>
          </p:cNvPr>
          <p:cNvSpPr>
            <a:spLocks noGrp="1"/>
          </p:cNvSpPr>
          <p:nvPr>
            <p:ph type="sldNum" sz="quarter" idx="12"/>
          </p:nvPr>
        </p:nvSpPr>
        <p:spPr/>
        <p:txBody>
          <a:bodyPr/>
          <a:lstStyle/>
          <a:p>
            <a:fld id="{FE024F78-56A6-7740-B68D-8D4D026EDF3F}" type="slidenum">
              <a:rPr lang="en-US" smtClean="0"/>
              <a:pPr/>
              <a:t>12</a:t>
            </a:fld>
            <a:endParaRPr lang="en-US" dirty="0"/>
          </a:p>
        </p:txBody>
      </p:sp>
      <p:sp>
        <p:nvSpPr>
          <p:cNvPr id="5" name="TextBox 4">
            <a:extLst>
              <a:ext uri="{FF2B5EF4-FFF2-40B4-BE49-F238E27FC236}">
                <a16:creationId xmlns:a16="http://schemas.microsoft.com/office/drawing/2014/main" id="{CC18A7CB-7F3C-A6AF-4739-CDEC843331B5}"/>
              </a:ext>
            </a:extLst>
          </p:cNvPr>
          <p:cNvSpPr txBox="1"/>
          <p:nvPr/>
        </p:nvSpPr>
        <p:spPr>
          <a:xfrm>
            <a:off x="904569" y="1406014"/>
            <a:ext cx="9389806" cy="5078313"/>
          </a:xfrm>
          <a:prstGeom prst="rect">
            <a:avLst/>
          </a:prstGeom>
          <a:noFill/>
        </p:spPr>
        <p:txBody>
          <a:bodyPr wrap="square" rtlCol="0">
            <a:spAutoFit/>
          </a:bodyPr>
          <a:lstStyle/>
          <a:p>
            <a:pPr lvl="1"/>
            <a:r>
              <a:rPr lang="en-US" dirty="0">
                <a:solidFill>
                  <a:schemeClr val="accent2">
                    <a:lumMod val="20000"/>
                    <a:lumOff val="80000"/>
                  </a:schemeClr>
                </a:solidFill>
              </a:rPr>
              <a:t>Stored as a </a:t>
            </a:r>
            <a:r>
              <a:rPr lang="en-US" dirty="0" err="1">
                <a:solidFill>
                  <a:schemeClr val="accent2">
                    <a:lumMod val="20000"/>
                    <a:lumOff val="80000"/>
                  </a:schemeClr>
                </a:solidFill>
              </a:rPr>
              <a:t>varbinary</a:t>
            </a:r>
            <a:endParaRPr lang="en-US" dirty="0">
              <a:solidFill>
                <a:schemeClr val="accent2">
                  <a:lumMod val="20000"/>
                  <a:lumOff val="80000"/>
                </a:schemeClr>
              </a:solidFill>
            </a:endParaRPr>
          </a:p>
          <a:p>
            <a:pPr lvl="1"/>
            <a:r>
              <a:rPr lang="en-US" dirty="0">
                <a:solidFill>
                  <a:schemeClr val="accent2">
                    <a:lumMod val="20000"/>
                    <a:lumOff val="80000"/>
                  </a:schemeClr>
                </a:solidFill>
              </a:rPr>
              <a:t>Looks like an array of floating point (float32 or float16)</a:t>
            </a:r>
          </a:p>
          <a:p>
            <a:pPr lvl="1"/>
            <a:r>
              <a:rPr lang="en-US" dirty="0">
                <a:solidFill>
                  <a:schemeClr val="accent2">
                    <a:lumMod val="20000"/>
                    <a:lumOff val="80000"/>
                  </a:schemeClr>
                </a:solidFill>
              </a:rPr>
              <a:t>JSON format used</a:t>
            </a:r>
          </a:p>
          <a:p>
            <a:pPr lvl="1"/>
            <a:endParaRPr lang="en-US" dirty="0">
              <a:solidFill>
                <a:schemeClr val="accent2">
                  <a:lumMod val="20000"/>
                  <a:lumOff val="80000"/>
                </a:schemeClr>
              </a:solidFill>
            </a:endParaRPr>
          </a:p>
          <a:p>
            <a:pPr lvl="1"/>
            <a:r>
              <a:rPr lang="en-US" dirty="0">
                <a:solidFill>
                  <a:schemeClr val="accent2">
                    <a:lumMod val="20000"/>
                    <a:lumOff val="80000"/>
                  </a:schemeClr>
                </a:solidFill>
              </a:rPr>
              <a:t>Limitations </a:t>
            </a:r>
          </a:p>
          <a:p>
            <a:pPr marL="1200150" lvl="2" indent="-285750">
              <a:buFont typeface="Arial" panose="020B0604020202020204" pitchFamily="34" charset="0"/>
              <a:buChar char="•"/>
            </a:pPr>
            <a:r>
              <a:rPr lang="en-US" dirty="0">
                <a:solidFill>
                  <a:schemeClr val="accent2">
                    <a:lumMod val="20000"/>
                    <a:lumOff val="80000"/>
                  </a:schemeClr>
                </a:solidFill>
              </a:rPr>
              <a:t>Holds up to 1998 dimensions (in float32)</a:t>
            </a:r>
          </a:p>
          <a:p>
            <a:pPr marL="1200150" lvl="2" indent="-285750">
              <a:buFont typeface="Arial" panose="020B0604020202020204" pitchFamily="34" charset="0"/>
              <a:buChar char="•"/>
            </a:pPr>
            <a:r>
              <a:rPr lang="en-US" dirty="0">
                <a:solidFill>
                  <a:schemeClr val="accent2">
                    <a:lumMod val="20000"/>
                    <a:lumOff val="80000"/>
                  </a:schemeClr>
                </a:solidFill>
              </a:rPr>
              <a:t>Check and Default constraints are not support for Vector columns</a:t>
            </a:r>
          </a:p>
          <a:p>
            <a:pPr marL="1200150" lvl="2" indent="-285750">
              <a:buFont typeface="Arial" panose="020B0604020202020204" pitchFamily="34" charset="0"/>
              <a:buChar char="•"/>
            </a:pPr>
            <a:r>
              <a:rPr lang="en-US" dirty="0">
                <a:solidFill>
                  <a:schemeClr val="accent2">
                    <a:lumMod val="20000"/>
                    <a:lumOff val="80000"/>
                  </a:schemeClr>
                </a:solidFill>
              </a:rPr>
              <a:t>Foreign key and primary key constraints not supported</a:t>
            </a:r>
          </a:p>
          <a:p>
            <a:pPr marL="1200150" lvl="2" indent="-285750">
              <a:buFont typeface="Arial" panose="020B0604020202020204" pitchFamily="34" charset="0"/>
              <a:buChar char="•"/>
            </a:pPr>
            <a:r>
              <a:rPr lang="en-US" dirty="0">
                <a:solidFill>
                  <a:schemeClr val="accent2">
                    <a:lumMod val="20000"/>
                    <a:lumOff val="80000"/>
                  </a:schemeClr>
                </a:solidFill>
              </a:rPr>
              <a:t>Most function other than the new Vector type functions will not work correctly</a:t>
            </a:r>
          </a:p>
          <a:p>
            <a:pPr marL="1200150" lvl="2" indent="-285750">
              <a:buFont typeface="Arial" panose="020B0604020202020204" pitchFamily="34" charset="0"/>
              <a:buChar char="•"/>
            </a:pPr>
            <a:r>
              <a:rPr lang="en-US" dirty="0">
                <a:solidFill>
                  <a:schemeClr val="accent2">
                    <a:lumMod val="20000"/>
                    <a:lumOff val="80000"/>
                  </a:schemeClr>
                </a:solidFill>
              </a:rPr>
              <a:t>Memory-Optimized table not support</a:t>
            </a:r>
          </a:p>
          <a:p>
            <a:pPr marL="1200150" lvl="2" indent="-285750">
              <a:buFont typeface="Arial" panose="020B0604020202020204" pitchFamily="34" charset="0"/>
              <a:buChar char="•"/>
            </a:pPr>
            <a:r>
              <a:rPr lang="en-US" dirty="0">
                <a:solidFill>
                  <a:schemeClr val="accent2">
                    <a:lumMod val="20000"/>
                    <a:lumOff val="80000"/>
                  </a:schemeClr>
                </a:solidFill>
              </a:rPr>
              <a:t>Always Encrypted not support</a:t>
            </a:r>
          </a:p>
          <a:p>
            <a:pPr marL="1200150" lvl="2" indent="-285750">
              <a:buFont typeface="Arial" panose="020B0604020202020204" pitchFamily="34" charset="0"/>
              <a:buChar char="•"/>
            </a:pPr>
            <a:r>
              <a:rPr lang="en-US" dirty="0">
                <a:solidFill>
                  <a:schemeClr val="accent2">
                    <a:lumMod val="20000"/>
                    <a:lumOff val="80000"/>
                  </a:schemeClr>
                </a:solidFill>
              </a:rPr>
              <a:t>No indexes expect for new vector index type on vector columns</a:t>
            </a:r>
          </a:p>
          <a:p>
            <a:pPr lvl="1"/>
            <a:endParaRPr lang="en-US" dirty="0">
              <a:solidFill>
                <a:schemeClr val="accent2">
                  <a:lumMod val="20000"/>
                  <a:lumOff val="80000"/>
                </a:schemeClr>
              </a:solidFill>
            </a:endParaRPr>
          </a:p>
          <a:p>
            <a:pPr lvl="1"/>
            <a:r>
              <a:rPr lang="en-US" dirty="0">
                <a:solidFill>
                  <a:schemeClr val="accent2">
                    <a:lumMod val="20000"/>
                    <a:lumOff val="80000"/>
                  </a:schemeClr>
                </a:solidFill>
              </a:rPr>
              <a:t>New Vector index using </a:t>
            </a:r>
            <a:r>
              <a:rPr lang="en-US" dirty="0" err="1">
                <a:solidFill>
                  <a:schemeClr val="accent2">
                    <a:lumMod val="20000"/>
                    <a:lumOff val="80000"/>
                  </a:schemeClr>
                </a:solidFill>
              </a:rPr>
              <a:t>DiskANN</a:t>
            </a:r>
            <a:endParaRPr lang="en-US" dirty="0">
              <a:solidFill>
                <a:schemeClr val="accent2">
                  <a:lumMod val="20000"/>
                  <a:lumOff val="80000"/>
                </a:schemeClr>
              </a:solidFill>
            </a:endParaRPr>
          </a:p>
          <a:p>
            <a:pPr lvl="1"/>
            <a:endParaRPr lang="en-US" dirty="0">
              <a:solidFill>
                <a:schemeClr val="accent2">
                  <a:lumMod val="20000"/>
                  <a:lumOff val="80000"/>
                </a:schemeClr>
              </a:solidFill>
            </a:endParaRPr>
          </a:p>
          <a:p>
            <a:pPr lvl="1"/>
            <a:endParaRPr lang="en-US" dirty="0">
              <a:solidFill>
                <a:schemeClr val="accent2">
                  <a:lumMod val="20000"/>
                  <a:lumOff val="80000"/>
                </a:schemeClr>
              </a:solidFill>
            </a:endParaRPr>
          </a:p>
          <a:p>
            <a:pPr lvl="1"/>
            <a:endParaRPr lang="en-US" dirty="0">
              <a:solidFill>
                <a:schemeClr val="accent2">
                  <a:lumMod val="20000"/>
                  <a:lumOff val="80000"/>
                </a:schemeClr>
              </a:solidFill>
            </a:endParaRPr>
          </a:p>
          <a:p>
            <a:endParaRPr lang="en-US" dirty="0"/>
          </a:p>
        </p:txBody>
      </p:sp>
    </p:spTree>
    <p:extLst>
      <p:ext uri="{BB962C8B-B14F-4D97-AF65-F5344CB8AC3E}">
        <p14:creationId xmlns:p14="http://schemas.microsoft.com/office/powerpoint/2010/main" val="58223259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8C5A32-2572-96A5-EBB3-09019F61350F}"/>
              </a:ext>
            </a:extLst>
          </p:cNvPr>
          <p:cNvSpPr>
            <a:spLocks noGrp="1"/>
          </p:cNvSpPr>
          <p:nvPr>
            <p:ph type="title"/>
          </p:nvPr>
        </p:nvSpPr>
        <p:spPr>
          <a:xfrm>
            <a:off x="321869" y="579120"/>
            <a:ext cx="11548261" cy="482764"/>
          </a:xfrm>
        </p:spPr>
        <p:txBody>
          <a:bodyPr/>
          <a:lstStyle/>
          <a:p>
            <a:r>
              <a:rPr lang="en-US" dirty="0"/>
              <a:t>Demo Setup</a:t>
            </a:r>
          </a:p>
        </p:txBody>
      </p:sp>
      <p:sp>
        <p:nvSpPr>
          <p:cNvPr id="4" name="Slide Number Placeholder 3">
            <a:extLst>
              <a:ext uri="{FF2B5EF4-FFF2-40B4-BE49-F238E27FC236}">
                <a16:creationId xmlns:a16="http://schemas.microsoft.com/office/drawing/2014/main" id="{2A810734-4519-D94F-D397-E200457B763D}"/>
              </a:ext>
            </a:extLst>
          </p:cNvPr>
          <p:cNvSpPr>
            <a:spLocks noGrp="1"/>
          </p:cNvSpPr>
          <p:nvPr>
            <p:ph type="sldNum" sz="quarter" idx="12"/>
          </p:nvPr>
        </p:nvSpPr>
        <p:spPr/>
        <p:txBody>
          <a:bodyPr/>
          <a:lstStyle/>
          <a:p>
            <a:fld id="{FE024F78-56A6-7740-B68D-8D4D026EDF3F}" type="slidenum">
              <a:rPr lang="en-US" smtClean="0"/>
              <a:pPr/>
              <a:t>13</a:t>
            </a:fld>
            <a:endParaRPr lang="en-US" dirty="0"/>
          </a:p>
        </p:txBody>
      </p:sp>
      <p:sp>
        <p:nvSpPr>
          <p:cNvPr id="5" name="TextBox 4">
            <a:extLst>
              <a:ext uri="{FF2B5EF4-FFF2-40B4-BE49-F238E27FC236}">
                <a16:creationId xmlns:a16="http://schemas.microsoft.com/office/drawing/2014/main" id="{96D9EF59-16FB-1C65-3A5C-E878ADEA2979}"/>
              </a:ext>
            </a:extLst>
          </p:cNvPr>
          <p:cNvSpPr txBox="1"/>
          <p:nvPr/>
        </p:nvSpPr>
        <p:spPr>
          <a:xfrm>
            <a:off x="924231" y="1297858"/>
            <a:ext cx="7806813" cy="3139321"/>
          </a:xfrm>
          <a:prstGeom prst="rect">
            <a:avLst/>
          </a:prstGeom>
          <a:noFill/>
        </p:spPr>
        <p:txBody>
          <a:bodyPr wrap="square" rtlCol="0">
            <a:spAutoFit/>
          </a:bodyPr>
          <a:lstStyle/>
          <a:p>
            <a:pPr marL="285750" indent="-285750">
              <a:buFont typeface="Arial" panose="020B0604020202020204" pitchFamily="34" charset="0"/>
              <a:buChar char="•"/>
            </a:pPr>
            <a:r>
              <a:rPr lang="en-US" u="sng" dirty="0">
                <a:solidFill>
                  <a:schemeClr val="accent2">
                    <a:lumMod val="20000"/>
                    <a:lumOff val="80000"/>
                  </a:schemeClr>
                </a:solidFill>
              </a:rPr>
              <a:t>SQL 2025 Developer Edition</a:t>
            </a:r>
          </a:p>
          <a:p>
            <a:pPr marL="285750" indent="-285750">
              <a:buFont typeface="Arial" panose="020B0604020202020204" pitchFamily="34" charset="0"/>
              <a:buChar char="•"/>
            </a:pPr>
            <a:r>
              <a:rPr lang="en-US" u="sng" dirty="0">
                <a:solidFill>
                  <a:schemeClr val="accent2">
                    <a:lumMod val="20000"/>
                    <a:lumOff val="80000"/>
                  </a:schemeClr>
                </a:solidFill>
              </a:rPr>
              <a:t>SQL Server Management Studio version 22</a:t>
            </a:r>
          </a:p>
          <a:p>
            <a:pPr marL="285750" indent="-285750">
              <a:buFont typeface="Arial" panose="020B0604020202020204" pitchFamily="34" charset="0"/>
              <a:buChar char="•"/>
            </a:pPr>
            <a:r>
              <a:rPr lang="en-US" u="sng" dirty="0">
                <a:solidFill>
                  <a:schemeClr val="accent2">
                    <a:lumMod val="20000"/>
                    <a:lumOff val="80000"/>
                  </a:schemeClr>
                </a:solidFill>
              </a:rPr>
              <a:t>Ollama (local model)</a:t>
            </a:r>
          </a:p>
          <a:p>
            <a:pPr marL="285750" indent="-285750">
              <a:buFont typeface="Arial" panose="020B0604020202020204" pitchFamily="34" charset="0"/>
              <a:buChar char="•"/>
            </a:pPr>
            <a:r>
              <a:rPr lang="en-US" u="sng" dirty="0">
                <a:solidFill>
                  <a:schemeClr val="accent2">
                    <a:lumMod val="20000"/>
                    <a:lumOff val="80000"/>
                  </a:schemeClr>
                </a:solidFill>
              </a:rPr>
              <a:t>OpenSSL (generate certificate)</a:t>
            </a:r>
          </a:p>
          <a:p>
            <a:pPr marL="285750" indent="-285750">
              <a:buFont typeface="Arial" panose="020B0604020202020204" pitchFamily="34" charset="0"/>
              <a:buChar char="•"/>
            </a:pPr>
            <a:r>
              <a:rPr lang="en-US" u="sng" dirty="0">
                <a:solidFill>
                  <a:schemeClr val="accent2">
                    <a:lumMod val="20000"/>
                    <a:lumOff val="80000"/>
                  </a:schemeClr>
                </a:solidFill>
              </a:rPr>
              <a:t>NGINX (HTTPS service)</a:t>
            </a:r>
          </a:p>
          <a:p>
            <a:pPr marL="285750" indent="-285750">
              <a:buFont typeface="Arial" panose="020B0604020202020204" pitchFamily="34" charset="0"/>
              <a:buChar char="•"/>
            </a:pPr>
            <a:r>
              <a:rPr lang="en-US" u="sng" dirty="0">
                <a:solidFill>
                  <a:schemeClr val="accent2">
                    <a:lumMod val="20000"/>
                    <a:lumOff val="80000"/>
                  </a:schemeClr>
                </a:solidFill>
              </a:rPr>
              <a:t>POSTMAN (test https post)</a:t>
            </a:r>
          </a:p>
          <a:p>
            <a:pPr marL="285750" indent="-285750">
              <a:buFont typeface="Arial" panose="020B0604020202020204" pitchFamily="34" charset="0"/>
              <a:buChar char="•"/>
            </a:pPr>
            <a:r>
              <a:rPr lang="en-US" u="sng" dirty="0">
                <a:solidFill>
                  <a:schemeClr val="accent2">
                    <a:lumMod val="20000"/>
                    <a:lumOff val="80000"/>
                  </a:schemeClr>
                </a:solidFill>
              </a:rPr>
              <a:t>SP_CONFIGURE</a:t>
            </a:r>
          </a:p>
          <a:p>
            <a:pPr marL="285750" indent="-285750">
              <a:buFont typeface="Arial" panose="020B0604020202020204" pitchFamily="34" charset="0"/>
              <a:buChar char="•"/>
            </a:pPr>
            <a:r>
              <a:rPr lang="en-US" u="sng" dirty="0">
                <a:solidFill>
                  <a:schemeClr val="accent2">
                    <a:lumMod val="20000"/>
                    <a:lumOff val="80000"/>
                  </a:schemeClr>
                </a:solidFill>
              </a:rPr>
              <a:t>	external rest endpoint enabled</a:t>
            </a:r>
          </a:p>
          <a:p>
            <a:pPr marL="285750" indent="-285750">
              <a:buFont typeface="Arial" panose="020B0604020202020204" pitchFamily="34" charset="0"/>
              <a:buChar char="•"/>
            </a:pPr>
            <a:r>
              <a:rPr lang="en-US" u="sng" dirty="0">
                <a:solidFill>
                  <a:schemeClr val="accent2">
                    <a:lumMod val="20000"/>
                    <a:lumOff val="80000"/>
                  </a:schemeClr>
                </a:solidFill>
              </a:rPr>
              <a:t>Create External Model</a:t>
            </a:r>
          </a:p>
          <a:p>
            <a:pPr marL="285750" indent="-285750">
              <a:buFont typeface="Arial" panose="020B0604020202020204" pitchFamily="34" charset="0"/>
              <a:buChar char="•"/>
            </a:pPr>
            <a:r>
              <a:rPr lang="en-US" u="sng" dirty="0">
                <a:solidFill>
                  <a:schemeClr val="accent2">
                    <a:lumMod val="20000"/>
                    <a:lumOff val="80000"/>
                  </a:schemeClr>
                </a:solidFill>
              </a:rPr>
              <a:t>AI_GENERATE_EMBEDDINGS (test model)</a:t>
            </a:r>
          </a:p>
          <a:p>
            <a:endParaRPr lang="en-US" dirty="0"/>
          </a:p>
        </p:txBody>
      </p:sp>
    </p:spTree>
    <p:extLst>
      <p:ext uri="{BB962C8B-B14F-4D97-AF65-F5344CB8AC3E}">
        <p14:creationId xmlns:p14="http://schemas.microsoft.com/office/powerpoint/2010/main" val="15872074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ubtitle 3">
            <a:extLst>
              <a:ext uri="{FF2B5EF4-FFF2-40B4-BE49-F238E27FC236}">
                <a16:creationId xmlns:a16="http://schemas.microsoft.com/office/drawing/2014/main" id="{260D053B-A40A-3228-B6D5-3371B9EE2E56}"/>
              </a:ext>
            </a:extLst>
          </p:cNvPr>
          <p:cNvSpPr>
            <a:spLocks noGrp="1"/>
          </p:cNvSpPr>
          <p:nvPr>
            <p:ph type="subTitle" idx="1"/>
          </p:nvPr>
        </p:nvSpPr>
        <p:spPr>
          <a:xfrm>
            <a:off x="321868" y="3484615"/>
            <a:ext cx="11562303" cy="2387865"/>
          </a:xfrm>
        </p:spPr>
        <p:txBody>
          <a:bodyPr/>
          <a:lstStyle/>
          <a:p>
            <a:r>
              <a:rPr lang="en-US" dirty="0"/>
              <a:t>Vector Demo</a:t>
            </a:r>
          </a:p>
        </p:txBody>
      </p:sp>
      <p:sp>
        <p:nvSpPr>
          <p:cNvPr id="3" name="Slide Number Placeholder 2">
            <a:extLst>
              <a:ext uri="{FF2B5EF4-FFF2-40B4-BE49-F238E27FC236}">
                <a16:creationId xmlns:a16="http://schemas.microsoft.com/office/drawing/2014/main" id="{A6A971A9-0C5C-DDFC-67F9-2E5A55F12F67}"/>
              </a:ext>
            </a:extLst>
          </p:cNvPr>
          <p:cNvSpPr>
            <a:spLocks noGrp="1"/>
          </p:cNvSpPr>
          <p:nvPr>
            <p:ph type="sldNum" sz="quarter" idx="12"/>
          </p:nvPr>
        </p:nvSpPr>
        <p:spPr>
          <a:xfrm>
            <a:off x="9140971" y="6226198"/>
            <a:ext cx="2743200" cy="365125"/>
          </a:xfrm>
        </p:spPr>
        <p:txBody>
          <a:bodyPr/>
          <a:lstStyle/>
          <a:p>
            <a:fld id="{FE024F78-56A6-7740-B68D-8D4D026EDF3F}" type="slidenum">
              <a:rPr lang="en-US" smtClean="0"/>
              <a:pPr/>
              <a:t>14</a:t>
            </a:fld>
            <a:endParaRPr lang="en-US" dirty="0"/>
          </a:p>
        </p:txBody>
      </p:sp>
      <p:sp>
        <p:nvSpPr>
          <p:cNvPr id="6" name="Title 5">
            <a:extLst>
              <a:ext uri="{FF2B5EF4-FFF2-40B4-BE49-F238E27FC236}">
                <a16:creationId xmlns:a16="http://schemas.microsoft.com/office/drawing/2014/main" id="{C4899B60-87A1-1D6B-E090-52C6F97BCC72}"/>
              </a:ext>
            </a:extLst>
          </p:cNvPr>
          <p:cNvSpPr>
            <a:spLocks noGrp="1"/>
          </p:cNvSpPr>
          <p:nvPr>
            <p:ph type="title"/>
          </p:nvPr>
        </p:nvSpPr>
        <p:spPr/>
        <p:txBody>
          <a:bodyPr/>
          <a:lstStyle/>
          <a:p>
            <a:r>
              <a:rPr lang="en-US" dirty="0"/>
              <a:t>Basic</a:t>
            </a:r>
          </a:p>
        </p:txBody>
      </p:sp>
    </p:spTree>
    <p:extLst>
      <p:ext uri="{BB962C8B-B14F-4D97-AF65-F5344CB8AC3E}">
        <p14:creationId xmlns:p14="http://schemas.microsoft.com/office/powerpoint/2010/main" val="139719375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506955-8A65-AC52-2B81-EAAD15928D81}"/>
            </a:ext>
          </a:extLst>
        </p:cNvPr>
        <p:cNvGrpSpPr/>
        <p:nvPr/>
      </p:nvGrpSpPr>
      <p:grpSpPr>
        <a:xfrm>
          <a:off x="0" y="0"/>
          <a:ext cx="0" cy="0"/>
          <a:chOff x="0" y="0"/>
          <a:chExt cx="0" cy="0"/>
        </a:xfrm>
      </p:grpSpPr>
      <p:sp>
        <p:nvSpPr>
          <p:cNvPr id="4" name="Subtitle 3">
            <a:extLst>
              <a:ext uri="{FF2B5EF4-FFF2-40B4-BE49-F238E27FC236}">
                <a16:creationId xmlns:a16="http://schemas.microsoft.com/office/drawing/2014/main" id="{4722C5E9-86A7-4A8C-1E8F-91180A5771B3}"/>
              </a:ext>
            </a:extLst>
          </p:cNvPr>
          <p:cNvSpPr>
            <a:spLocks noGrp="1"/>
          </p:cNvSpPr>
          <p:nvPr>
            <p:ph type="subTitle" idx="1"/>
          </p:nvPr>
        </p:nvSpPr>
        <p:spPr>
          <a:xfrm>
            <a:off x="321868" y="3484615"/>
            <a:ext cx="11562303" cy="2387865"/>
          </a:xfrm>
        </p:spPr>
        <p:txBody>
          <a:bodyPr/>
          <a:lstStyle/>
          <a:p>
            <a:r>
              <a:rPr lang="en-US" dirty="0"/>
              <a:t>Vector Demo</a:t>
            </a:r>
          </a:p>
        </p:txBody>
      </p:sp>
      <p:sp>
        <p:nvSpPr>
          <p:cNvPr id="3" name="Slide Number Placeholder 2">
            <a:extLst>
              <a:ext uri="{FF2B5EF4-FFF2-40B4-BE49-F238E27FC236}">
                <a16:creationId xmlns:a16="http://schemas.microsoft.com/office/drawing/2014/main" id="{A4C6E5DB-2FBF-DBCF-9FC7-5DFDE7D4CD58}"/>
              </a:ext>
            </a:extLst>
          </p:cNvPr>
          <p:cNvSpPr>
            <a:spLocks noGrp="1"/>
          </p:cNvSpPr>
          <p:nvPr>
            <p:ph type="sldNum" sz="quarter" idx="12"/>
          </p:nvPr>
        </p:nvSpPr>
        <p:spPr>
          <a:xfrm>
            <a:off x="9140971" y="6226198"/>
            <a:ext cx="2743200" cy="365125"/>
          </a:xfrm>
        </p:spPr>
        <p:txBody>
          <a:bodyPr/>
          <a:lstStyle/>
          <a:p>
            <a:fld id="{FE024F78-56A6-7740-B68D-8D4D026EDF3F}" type="slidenum">
              <a:rPr lang="en-US" smtClean="0"/>
              <a:pPr/>
              <a:t>15</a:t>
            </a:fld>
            <a:endParaRPr lang="en-US" dirty="0"/>
          </a:p>
        </p:txBody>
      </p:sp>
      <p:sp>
        <p:nvSpPr>
          <p:cNvPr id="6" name="Title 5">
            <a:extLst>
              <a:ext uri="{FF2B5EF4-FFF2-40B4-BE49-F238E27FC236}">
                <a16:creationId xmlns:a16="http://schemas.microsoft.com/office/drawing/2014/main" id="{71E7E31B-C6C2-4E6B-6592-038441F8BBB5}"/>
              </a:ext>
            </a:extLst>
          </p:cNvPr>
          <p:cNvSpPr>
            <a:spLocks noGrp="1"/>
          </p:cNvSpPr>
          <p:nvPr>
            <p:ph type="title"/>
          </p:nvPr>
        </p:nvSpPr>
        <p:spPr/>
        <p:txBody>
          <a:bodyPr/>
          <a:lstStyle/>
          <a:p>
            <a:r>
              <a:rPr lang="en-US" dirty="0"/>
              <a:t>Advance</a:t>
            </a:r>
          </a:p>
        </p:txBody>
      </p:sp>
    </p:spTree>
    <p:extLst>
      <p:ext uri="{BB962C8B-B14F-4D97-AF65-F5344CB8AC3E}">
        <p14:creationId xmlns:p14="http://schemas.microsoft.com/office/powerpoint/2010/main" val="16848621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8F6BEE-2C99-F73D-2CAA-751771FB196A}"/>
              </a:ext>
            </a:extLst>
          </p:cNvPr>
          <p:cNvSpPr>
            <a:spLocks noGrp="1"/>
          </p:cNvSpPr>
          <p:nvPr>
            <p:ph type="title"/>
          </p:nvPr>
        </p:nvSpPr>
        <p:spPr>
          <a:xfrm>
            <a:off x="321869" y="579120"/>
            <a:ext cx="11548261" cy="482764"/>
          </a:xfrm>
        </p:spPr>
        <p:txBody>
          <a:bodyPr/>
          <a:lstStyle/>
          <a:p>
            <a:r>
              <a:rPr lang="en-US" dirty="0"/>
              <a:t>Resources</a:t>
            </a:r>
          </a:p>
        </p:txBody>
      </p:sp>
      <p:sp>
        <p:nvSpPr>
          <p:cNvPr id="4" name="Slide Number Placeholder 3">
            <a:extLst>
              <a:ext uri="{FF2B5EF4-FFF2-40B4-BE49-F238E27FC236}">
                <a16:creationId xmlns:a16="http://schemas.microsoft.com/office/drawing/2014/main" id="{18E0EC23-84B4-4DEC-6A15-37945305D152}"/>
              </a:ext>
            </a:extLst>
          </p:cNvPr>
          <p:cNvSpPr>
            <a:spLocks noGrp="1"/>
          </p:cNvSpPr>
          <p:nvPr>
            <p:ph type="sldNum" sz="quarter" idx="12"/>
          </p:nvPr>
        </p:nvSpPr>
        <p:spPr/>
        <p:txBody>
          <a:bodyPr/>
          <a:lstStyle/>
          <a:p>
            <a:fld id="{FE024F78-56A6-7740-B68D-8D4D026EDF3F}" type="slidenum">
              <a:rPr lang="en-US" smtClean="0"/>
              <a:pPr/>
              <a:t>16</a:t>
            </a:fld>
            <a:endParaRPr lang="en-US" dirty="0"/>
          </a:p>
        </p:txBody>
      </p:sp>
      <p:graphicFrame>
        <p:nvGraphicFramePr>
          <p:cNvPr id="6" name="Table 5">
            <a:extLst>
              <a:ext uri="{FF2B5EF4-FFF2-40B4-BE49-F238E27FC236}">
                <a16:creationId xmlns:a16="http://schemas.microsoft.com/office/drawing/2014/main" id="{58B0B949-A0A2-4B32-DA4F-56926AF75BE9}"/>
              </a:ext>
            </a:extLst>
          </p:cNvPr>
          <p:cNvGraphicFramePr>
            <a:graphicFrameLocks noGrp="1"/>
          </p:cNvGraphicFramePr>
          <p:nvPr>
            <p:extLst>
              <p:ext uri="{D42A27DB-BD31-4B8C-83A1-F6EECF244321}">
                <p14:modId xmlns:p14="http://schemas.microsoft.com/office/powerpoint/2010/main" val="4292493202"/>
              </p:ext>
            </p:extLst>
          </p:nvPr>
        </p:nvGraphicFramePr>
        <p:xfrm>
          <a:off x="816076" y="1198005"/>
          <a:ext cx="10628671" cy="4846320"/>
        </p:xfrm>
        <a:graphic>
          <a:graphicData uri="http://schemas.openxmlformats.org/drawingml/2006/table">
            <a:tbl>
              <a:tblPr firstRow="1" bandRow="1">
                <a:tableStyleId>{10A1B5D5-9B99-4C35-A422-299274C87663}</a:tableStyleId>
              </a:tblPr>
              <a:tblGrid>
                <a:gridCol w="2110545">
                  <a:extLst>
                    <a:ext uri="{9D8B030D-6E8A-4147-A177-3AD203B41FA5}">
                      <a16:colId xmlns:a16="http://schemas.microsoft.com/office/drawing/2014/main" val="1685081032"/>
                    </a:ext>
                  </a:extLst>
                </a:gridCol>
                <a:gridCol w="8518126">
                  <a:extLst>
                    <a:ext uri="{9D8B030D-6E8A-4147-A177-3AD203B41FA5}">
                      <a16:colId xmlns:a16="http://schemas.microsoft.com/office/drawing/2014/main" val="3406749549"/>
                    </a:ext>
                  </a:extLst>
                </a:gridCol>
              </a:tblGrid>
              <a:tr h="289223">
                <a:tc>
                  <a:txBody>
                    <a:bodyPr/>
                    <a:lstStyle/>
                    <a:p>
                      <a:r>
                        <a:rPr lang="en-US" dirty="0"/>
                        <a:t>Name</a:t>
                      </a:r>
                    </a:p>
                  </a:txBody>
                  <a:tcPr/>
                </a:tc>
                <a:tc>
                  <a:txBody>
                    <a:bodyPr/>
                    <a:lstStyle/>
                    <a:p>
                      <a:r>
                        <a:rPr lang="en-US" dirty="0"/>
                        <a:t>URL</a:t>
                      </a:r>
                    </a:p>
                  </a:txBody>
                  <a:tcPr/>
                </a:tc>
                <a:extLst>
                  <a:ext uri="{0D108BD9-81ED-4DB2-BD59-A6C34878D82A}">
                    <a16:rowId xmlns:a16="http://schemas.microsoft.com/office/drawing/2014/main" val="1517127147"/>
                  </a:ext>
                </a:extLst>
              </a:tr>
              <a:tr h="289223">
                <a:tc>
                  <a:txBody>
                    <a:bodyPr/>
                    <a:lstStyle/>
                    <a:p>
                      <a:r>
                        <a:rPr lang="en-US" dirty="0" err="1"/>
                        <a:t>Github</a:t>
                      </a:r>
                      <a:endParaRPr lang="en-US" dirty="0"/>
                    </a:p>
                  </a:txBody>
                  <a:tcPr/>
                </a:tc>
                <a:tc>
                  <a:txBody>
                    <a:bodyPr/>
                    <a:lstStyle/>
                    <a:p>
                      <a:r>
                        <a:rPr lang="en-US" dirty="0"/>
                        <a:t>https://github.com/sqlbouncer/PSSUG_202512</a:t>
                      </a:r>
                    </a:p>
                  </a:txBody>
                  <a:tcPr/>
                </a:tc>
                <a:extLst>
                  <a:ext uri="{0D108BD9-81ED-4DB2-BD59-A6C34878D82A}">
                    <a16:rowId xmlns:a16="http://schemas.microsoft.com/office/drawing/2014/main" val="2750236085"/>
                  </a:ext>
                </a:extLst>
              </a:tr>
              <a:tr h="289223">
                <a:tc>
                  <a:txBody>
                    <a:bodyPr/>
                    <a:lstStyle/>
                    <a:p>
                      <a:r>
                        <a:rPr lang="en-US" dirty="0"/>
                        <a:t>What New in SQL 2025</a:t>
                      </a:r>
                    </a:p>
                  </a:txBody>
                  <a:tcPr/>
                </a:tc>
                <a:tc>
                  <a:txBody>
                    <a:bodyPr/>
                    <a:lstStyle/>
                    <a:p>
                      <a:r>
                        <a:rPr lang="en-US" dirty="0"/>
                        <a:t>https://learn.microsoft.com/en-us/sql/sql-server/what-s-new-in-sql-server-2025?view=sql-server-ver17</a:t>
                      </a:r>
                    </a:p>
                  </a:txBody>
                  <a:tcPr/>
                </a:tc>
                <a:extLst>
                  <a:ext uri="{0D108BD9-81ED-4DB2-BD59-A6C34878D82A}">
                    <a16:rowId xmlns:a16="http://schemas.microsoft.com/office/drawing/2014/main" val="1983680909"/>
                  </a:ext>
                </a:extLst>
              </a:tr>
              <a:tr h="289223">
                <a:tc>
                  <a:txBody>
                    <a:bodyPr/>
                    <a:lstStyle/>
                    <a:p>
                      <a:r>
                        <a:rPr lang="en-US" dirty="0"/>
                        <a:t>Ollama</a:t>
                      </a:r>
                    </a:p>
                  </a:txBody>
                  <a:tcPr/>
                </a:tc>
                <a:tc>
                  <a:txBody>
                    <a:bodyPr/>
                    <a:lstStyle/>
                    <a:p>
                      <a:r>
                        <a:rPr lang="en-US" dirty="0"/>
                        <a:t>https://ollama.com/download</a:t>
                      </a:r>
                    </a:p>
                  </a:txBody>
                  <a:tcPr/>
                </a:tc>
                <a:extLst>
                  <a:ext uri="{0D108BD9-81ED-4DB2-BD59-A6C34878D82A}">
                    <a16:rowId xmlns:a16="http://schemas.microsoft.com/office/drawing/2014/main" val="1293251008"/>
                  </a:ext>
                </a:extLst>
              </a:tr>
              <a:tr h="289223">
                <a:tc>
                  <a:txBody>
                    <a:bodyPr/>
                    <a:lstStyle/>
                    <a:p>
                      <a:r>
                        <a:rPr lang="en-US" dirty="0"/>
                        <a:t>OpenSSL</a:t>
                      </a:r>
                    </a:p>
                  </a:txBody>
                  <a:tcPr/>
                </a:tc>
                <a:tc>
                  <a:txBody>
                    <a:bodyPr/>
                    <a:lstStyle/>
                    <a:p>
                      <a:r>
                        <a:rPr lang="en-US" dirty="0"/>
                        <a:t>https://slproweb.com/products/Win32OpenSSL.html</a:t>
                      </a:r>
                    </a:p>
                  </a:txBody>
                  <a:tcPr/>
                </a:tc>
                <a:extLst>
                  <a:ext uri="{0D108BD9-81ED-4DB2-BD59-A6C34878D82A}">
                    <a16:rowId xmlns:a16="http://schemas.microsoft.com/office/drawing/2014/main" val="1317910306"/>
                  </a:ext>
                </a:extLst>
              </a:tr>
              <a:tr h="289223">
                <a:tc>
                  <a:txBody>
                    <a:bodyPr/>
                    <a:lstStyle/>
                    <a:p>
                      <a:r>
                        <a:rPr lang="en-US" dirty="0"/>
                        <a:t>Nginx</a:t>
                      </a:r>
                    </a:p>
                  </a:txBody>
                  <a:tcPr/>
                </a:tc>
                <a:tc>
                  <a:txBody>
                    <a:bodyPr/>
                    <a:lstStyle/>
                    <a:p>
                      <a:r>
                        <a:rPr lang="en-US" dirty="0"/>
                        <a:t>https://nginx.org/en/download.html</a:t>
                      </a:r>
                    </a:p>
                  </a:txBody>
                  <a:tcPr/>
                </a:tc>
                <a:extLst>
                  <a:ext uri="{0D108BD9-81ED-4DB2-BD59-A6C34878D82A}">
                    <a16:rowId xmlns:a16="http://schemas.microsoft.com/office/drawing/2014/main" val="1488837527"/>
                  </a:ext>
                </a:extLst>
              </a:tr>
              <a:tr h="289223">
                <a:tc>
                  <a:txBody>
                    <a:bodyPr/>
                    <a:lstStyle/>
                    <a:p>
                      <a:r>
                        <a:rPr lang="en-US" dirty="0"/>
                        <a:t>Postman</a:t>
                      </a:r>
                    </a:p>
                  </a:txBody>
                  <a:tcPr/>
                </a:tc>
                <a:tc>
                  <a:txBody>
                    <a:bodyPr/>
                    <a:lstStyle/>
                    <a:p>
                      <a:r>
                        <a:rPr lang="en-US" dirty="0"/>
                        <a:t>https://www.postman.com/downloads/</a:t>
                      </a:r>
                    </a:p>
                  </a:txBody>
                  <a:tcPr/>
                </a:tc>
                <a:extLst>
                  <a:ext uri="{0D108BD9-81ED-4DB2-BD59-A6C34878D82A}">
                    <a16:rowId xmlns:a16="http://schemas.microsoft.com/office/drawing/2014/main" val="3380177094"/>
                  </a:ext>
                </a:extLst>
              </a:tr>
              <a:tr h="289223">
                <a:tc>
                  <a:txBody>
                    <a:bodyPr/>
                    <a:lstStyle/>
                    <a:p>
                      <a:r>
                        <a:rPr lang="en-US" dirty="0"/>
                        <a:t>Demo2</a:t>
                      </a:r>
                    </a:p>
                  </a:txBody>
                  <a:tcPr/>
                </a:tc>
                <a:tc>
                  <a:txBody>
                    <a:bodyPr/>
                    <a:lstStyle/>
                    <a:p>
                      <a:r>
                        <a:rPr lang="en-US" dirty="0"/>
                        <a:t>https://www.mssqltips.com/sqlservertip/8285/sql-server-semantic-search-using-ai-features/</a:t>
                      </a:r>
                    </a:p>
                  </a:txBody>
                  <a:tcPr/>
                </a:tc>
                <a:extLst>
                  <a:ext uri="{0D108BD9-81ED-4DB2-BD59-A6C34878D82A}">
                    <a16:rowId xmlns:a16="http://schemas.microsoft.com/office/drawing/2014/main" val="975484746"/>
                  </a:ext>
                </a:extLst>
              </a:tr>
              <a:tr h="289223">
                <a:tc>
                  <a:txBody>
                    <a:bodyPr/>
                    <a:lstStyle/>
                    <a:p>
                      <a:r>
                        <a:rPr lang="en-US" dirty="0"/>
                        <a:t>Demo1 / functions</a:t>
                      </a:r>
                    </a:p>
                  </a:txBody>
                  <a:tcPr/>
                </a:tc>
                <a:tc>
                  <a:txBody>
                    <a:bodyPr/>
                    <a:lstStyle/>
                    <a:p>
                      <a:r>
                        <a:rPr lang="en-US" dirty="0"/>
                        <a:t>https://www.mssqltips.com/sqlservertip/8299/vector-search-in-sql-server/</a:t>
                      </a:r>
                    </a:p>
                  </a:txBody>
                  <a:tcPr/>
                </a:tc>
                <a:extLst>
                  <a:ext uri="{0D108BD9-81ED-4DB2-BD59-A6C34878D82A}">
                    <a16:rowId xmlns:a16="http://schemas.microsoft.com/office/drawing/2014/main" val="2802948102"/>
                  </a:ext>
                </a:extLst>
              </a:tr>
              <a:tr h="289223">
                <a:tc>
                  <a:txBody>
                    <a:bodyPr/>
                    <a:lstStyle/>
                    <a:p>
                      <a:r>
                        <a:rPr lang="en-US" dirty="0" err="1"/>
                        <a:t>DiskAnn</a:t>
                      </a:r>
                      <a:endParaRPr lang="en-US" dirty="0"/>
                    </a:p>
                  </a:txBody>
                  <a:tcPr/>
                </a:tc>
                <a:tc>
                  <a:txBody>
                    <a:bodyPr/>
                    <a:lstStyle/>
                    <a:p>
                      <a:r>
                        <a:rPr lang="en-US" dirty="0"/>
                        <a:t>https://www.microsoft.com/en-us/research/publication/diskann-fast-accurate-billion-point-nearest-neighbor-search-on-a-single-node/</a:t>
                      </a:r>
                    </a:p>
                  </a:txBody>
                  <a:tcPr/>
                </a:tc>
                <a:extLst>
                  <a:ext uri="{0D108BD9-81ED-4DB2-BD59-A6C34878D82A}">
                    <a16:rowId xmlns:a16="http://schemas.microsoft.com/office/drawing/2014/main" val="1227101737"/>
                  </a:ext>
                </a:extLst>
              </a:tr>
              <a:tr h="289223">
                <a:tc>
                  <a:txBody>
                    <a:bodyPr/>
                    <a:lstStyle/>
                    <a:p>
                      <a:r>
                        <a:rPr lang="en-US" dirty="0"/>
                        <a:t>What is a Vector</a:t>
                      </a:r>
                    </a:p>
                  </a:txBody>
                  <a:tcPr/>
                </a:tc>
                <a:tc>
                  <a:txBody>
                    <a:bodyPr/>
                    <a:lstStyle/>
                    <a:p>
                      <a:r>
                        <a:rPr lang="en-US"/>
                        <a:t>https://dev.to/pavanbelagatti/what-is-vector-similarity-search-2b6g</a:t>
                      </a:r>
                      <a:endParaRPr lang="en-US" dirty="0"/>
                    </a:p>
                  </a:txBody>
                  <a:tcPr/>
                </a:tc>
                <a:extLst>
                  <a:ext uri="{0D108BD9-81ED-4DB2-BD59-A6C34878D82A}">
                    <a16:rowId xmlns:a16="http://schemas.microsoft.com/office/drawing/2014/main" val="1302689012"/>
                  </a:ext>
                </a:extLst>
              </a:tr>
            </a:tbl>
          </a:graphicData>
        </a:graphic>
      </p:graphicFrame>
    </p:spTree>
    <p:extLst>
      <p:ext uri="{BB962C8B-B14F-4D97-AF65-F5344CB8AC3E}">
        <p14:creationId xmlns:p14="http://schemas.microsoft.com/office/powerpoint/2010/main" val="28196366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gradFill>
          <a:gsLst>
            <a:gs pos="78000">
              <a:schemeClr val="accent6">
                <a:lumMod val="50000"/>
              </a:schemeClr>
            </a:gs>
            <a:gs pos="35040">
              <a:srgbClr val="020B11"/>
            </a:gs>
            <a:gs pos="11979">
              <a:schemeClr val="accent4">
                <a:lumMod val="50000"/>
              </a:schemeClr>
            </a:gs>
            <a:gs pos="0">
              <a:schemeClr val="accent4"/>
            </a:gs>
            <a:gs pos="99000">
              <a:schemeClr val="tx2">
                <a:lumMod val="50000"/>
              </a:schemeClr>
            </a:gs>
          </a:gsLst>
          <a:lin ang="7800000" scaled="0"/>
        </a:gradFill>
        <a:effectLst/>
      </p:bgPr>
    </p:bg>
    <p:spTree>
      <p:nvGrpSpPr>
        <p:cNvPr id="1" name=""/>
        <p:cNvGrpSpPr/>
        <p:nvPr/>
      </p:nvGrpSpPr>
      <p:grpSpPr>
        <a:xfrm>
          <a:off x="0" y="0"/>
          <a:ext cx="0" cy="0"/>
          <a:chOff x="0" y="0"/>
          <a:chExt cx="0" cy="0"/>
        </a:xfrm>
      </p:grpSpPr>
      <p:sp>
        <p:nvSpPr>
          <p:cNvPr id="24" name="Title 1">
            <a:extLst>
              <a:ext uri="{FF2B5EF4-FFF2-40B4-BE49-F238E27FC236}">
                <a16:creationId xmlns:a16="http://schemas.microsoft.com/office/drawing/2014/main" id="{CE1ABEC8-43FD-4F21-A7D2-70200D86263C}"/>
              </a:ext>
            </a:extLst>
          </p:cNvPr>
          <p:cNvSpPr>
            <a:spLocks noGrp="1"/>
          </p:cNvSpPr>
          <p:nvPr>
            <p:ph type="title"/>
          </p:nvPr>
        </p:nvSpPr>
        <p:spPr>
          <a:xfrm>
            <a:off x="835831" y="173735"/>
            <a:ext cx="4409514" cy="2203704"/>
          </a:xfrm>
        </p:spPr>
        <p:txBody>
          <a:bodyPr/>
          <a:lstStyle/>
          <a:p>
            <a:r>
              <a:rPr lang="en-US" dirty="0"/>
              <a:t>THANK YOU</a:t>
            </a:r>
          </a:p>
        </p:txBody>
      </p:sp>
      <p:sp>
        <p:nvSpPr>
          <p:cNvPr id="14" name="Text Placeholder 2">
            <a:extLst>
              <a:ext uri="{FF2B5EF4-FFF2-40B4-BE49-F238E27FC236}">
                <a16:creationId xmlns:a16="http://schemas.microsoft.com/office/drawing/2014/main" id="{AE5F2E56-9F77-E1C2-EC04-EA959822CA61}"/>
              </a:ext>
            </a:extLst>
          </p:cNvPr>
          <p:cNvSpPr>
            <a:spLocks noGrp="1"/>
          </p:cNvSpPr>
          <p:nvPr>
            <p:ph sz="quarter" idx="14"/>
          </p:nvPr>
        </p:nvSpPr>
        <p:spPr>
          <a:xfrm>
            <a:off x="831850" y="3079119"/>
            <a:ext cx="4413250" cy="2752725"/>
          </a:xfrm>
        </p:spPr>
        <p:txBody>
          <a:bodyPr/>
          <a:lstStyle/>
          <a:p>
            <a:r>
              <a:rPr lang="en-US" dirty="0"/>
              <a:t>Said Salomon</a:t>
            </a:r>
          </a:p>
          <a:p>
            <a:r>
              <a:rPr lang="en-US" dirty="0">
                <a:hlinkClick r:id="rId3"/>
              </a:rPr>
              <a:t>sqlbouncer@sqlbouncer.com</a:t>
            </a:r>
            <a:endParaRPr lang="en-US" dirty="0"/>
          </a:p>
          <a:p>
            <a:r>
              <a:rPr lang="en-US" dirty="0">
                <a:hlinkClick r:id="rId4"/>
              </a:rPr>
              <a:t>https://www.linkedin.com/in/saidsalomonii</a:t>
            </a:r>
            <a:endParaRPr lang="en-US" dirty="0"/>
          </a:p>
          <a:p>
            <a:r>
              <a:rPr lang="en-US" dirty="0"/>
              <a:t>X: </a:t>
            </a:r>
            <a:r>
              <a:rPr lang="en-US" altLang="zh-CN" spc="-1" dirty="0">
                <a:solidFill>
                  <a:srgbClr val="F8F8F8"/>
                </a:solidFill>
                <a:latin typeface="Arial"/>
                <a:ea typeface="Arial"/>
                <a:cs typeface="Arial"/>
              </a:rPr>
              <a:t>@SQLBouncer</a:t>
            </a:r>
            <a:endParaRPr lang="en-US" altLang="zh-CN" dirty="0">
              <a:latin typeface="Arial"/>
              <a:ea typeface="Arial"/>
              <a:cs typeface="Arial"/>
            </a:endParaRPr>
          </a:p>
          <a:p>
            <a:endParaRPr lang="en-US" dirty="0"/>
          </a:p>
          <a:p>
            <a:endParaRPr lang="en-US" dirty="0"/>
          </a:p>
        </p:txBody>
      </p:sp>
    </p:spTree>
    <p:extLst>
      <p:ext uri="{BB962C8B-B14F-4D97-AF65-F5344CB8AC3E}">
        <p14:creationId xmlns:p14="http://schemas.microsoft.com/office/powerpoint/2010/main" val="2395464980"/>
      </p:ext>
    </p:extLst>
  </p:cSld>
  <p:clrMapOvr>
    <a:masterClrMapping/>
  </p:clrMapOvr>
</p:sld>
</file>

<file path=ppt/theme/theme1.xml><?xml version="1.0" encoding="utf-8"?>
<a:theme xmlns:a="http://schemas.openxmlformats.org/drawingml/2006/main" name="Custom">
  <a:themeElements>
    <a:clrScheme name="Custom 17">
      <a:dk1>
        <a:srgbClr val="000000"/>
      </a:dk1>
      <a:lt1>
        <a:srgbClr val="FFFFFF"/>
      </a:lt1>
      <a:dk2>
        <a:srgbClr val="FC4EFB"/>
      </a:dk2>
      <a:lt2>
        <a:srgbClr val="E7E6E6"/>
      </a:lt2>
      <a:accent1>
        <a:srgbClr val="FAF24C"/>
      </a:accent1>
      <a:accent2>
        <a:srgbClr val="5EFCAC"/>
      </a:accent2>
      <a:accent3>
        <a:srgbClr val="73EBF9"/>
      </a:accent3>
      <a:accent4>
        <a:srgbClr val="316CFC"/>
      </a:accent4>
      <a:accent5>
        <a:srgbClr val="B059FD"/>
      </a:accent5>
      <a:accent6>
        <a:srgbClr val="9405FC"/>
      </a:accent6>
      <a:hlink>
        <a:srgbClr val="FFFFFF"/>
      </a:hlink>
      <a:folHlink>
        <a:srgbClr val="FFFFFF"/>
      </a:folHlink>
    </a:clrScheme>
    <a:fontScheme name="Custom 15">
      <a:majorFont>
        <a:latin typeface="Biome"/>
        <a:ea typeface=""/>
        <a:cs typeface=""/>
      </a:majorFont>
      <a:minorFont>
        <a:latin typeface="Arial Nov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M11936837_win32_SL_V11" id="{EAD6EF7B-6F25-4469-AF6A-07D6EB1461DD}" vid="{30FEA78B-2F89-4FF0-8415-E3920802C58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305301E-11B3-4B9D-A588-21F3C9809371}">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44137456-21FC-4AE2-8A94-BF06CAF2EB9B}">
  <ds:schemaRefs>
    <ds:schemaRef ds:uri="http://schemas.microsoft.com/sharepoint/v3/contenttype/forms"/>
  </ds:schemaRefs>
</ds:datastoreItem>
</file>

<file path=customXml/itemProps3.xml><?xml version="1.0" encoding="utf-8"?>
<ds:datastoreItem xmlns:ds="http://schemas.openxmlformats.org/officeDocument/2006/customXml" ds:itemID="{C77B561B-3A65-4A22-9691-EB838E7F9B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{065DD08D-E100-4C9A-9881-F4FCF6FEA3EF}tf11936837_win32</Template>
  <TotalTime>503</TotalTime>
  <Words>958</Words>
  <Application>Microsoft Office PowerPoint</Application>
  <PresentationFormat>Widescreen</PresentationFormat>
  <Paragraphs>190</Paragraphs>
  <Slides>17</Slides>
  <Notes>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Arial</vt:lpstr>
      <vt:lpstr>Arial Nova</vt:lpstr>
      <vt:lpstr>Biome</vt:lpstr>
      <vt:lpstr>Calibri</vt:lpstr>
      <vt:lpstr>Custom</vt:lpstr>
      <vt:lpstr>What is new in</vt:lpstr>
      <vt:lpstr>PowerPoint Presentation</vt:lpstr>
      <vt:lpstr>Agenda</vt:lpstr>
      <vt:lpstr>PSA</vt:lpstr>
      <vt:lpstr>What’s New SQL 2025 01</vt:lpstr>
      <vt:lpstr>What’s New 2025 02</vt:lpstr>
      <vt:lpstr>What’s New SQL 2025 03</vt:lpstr>
      <vt:lpstr>What’s New SQL 2025 04</vt:lpstr>
      <vt:lpstr>What’s New SQL 2025 05</vt:lpstr>
      <vt:lpstr>AI and Vectors</vt:lpstr>
      <vt:lpstr>What is a Vector</vt:lpstr>
      <vt:lpstr>Vector Data type</vt:lpstr>
      <vt:lpstr>Demo Setup</vt:lpstr>
      <vt:lpstr>Basic</vt:lpstr>
      <vt:lpstr>Advance</vt:lpstr>
      <vt:lpstr>Resources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Said Salomon</dc:creator>
  <cp:lastModifiedBy>Said Salomon</cp:lastModifiedBy>
  <cp:revision>1</cp:revision>
  <dcterms:created xsi:type="dcterms:W3CDTF">2025-10-29T21:29:51Z</dcterms:created>
  <dcterms:modified xsi:type="dcterms:W3CDTF">2025-12-08T02:14:58Z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